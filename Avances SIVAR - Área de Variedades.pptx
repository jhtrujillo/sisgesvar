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4" r:id="rId3"/>
    <p:sldId id="257" r:id="rId4"/>
    <p:sldId id="266" r:id="rId5"/>
    <p:sldId id="267" r:id="rId6"/>
    <p:sldId id="259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6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F24CD3-FA19-485D-A480-74BEAA1246DB}" v="94" dt="2026-09-11T21:39:32.1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 autoAdjust="0"/>
    <p:restoredTop sz="93498" autoAdjust="0"/>
  </p:normalViewPr>
  <p:slideViewPr>
    <p:cSldViewPr snapToGrid="0" snapToObjects="1">
      <p:cViewPr varScale="1">
        <p:scale>
          <a:sx n="142" d="100"/>
          <a:sy n="142" d="100"/>
        </p:scale>
        <p:origin x="45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Rodriguez Prado" userId="a6985d79-8057-427b-b774-ef994a12e227" providerId="ADAL" clId="{B3FD8FF6-480B-4A7A-84ED-BFEBFA85B30A}"/>
    <pc:docChg chg="undo redo custSel addSld delSld modSld sldOrd">
      <pc:chgData name="Sebastian Rodriguez Prado" userId="a6985d79-8057-427b-b774-ef994a12e227" providerId="ADAL" clId="{B3FD8FF6-480B-4A7A-84ED-BFEBFA85B30A}" dt="2026-09-11T21:40:55.055" v="4205" actId="404"/>
      <pc:docMkLst>
        <pc:docMk/>
      </pc:docMkLst>
      <pc:sldChg chg="addSp delSp modSp del mod setBg">
        <pc:chgData name="Sebastian Rodriguez Prado" userId="a6985d79-8057-427b-b774-ef994a12e227" providerId="ADAL" clId="{B3FD8FF6-480B-4A7A-84ED-BFEBFA85B30A}" dt="2026-09-11T19:33:00.648" v="41" actId="47"/>
        <pc:sldMkLst>
          <pc:docMk/>
          <pc:sldMk cId="0" sldId="256"/>
        </pc:sldMkLst>
        <pc:spChg chg="add del mod">
          <ac:chgData name="Sebastian Rodriguez Prado" userId="a6985d79-8057-427b-b774-ef994a12e227" providerId="ADAL" clId="{B3FD8FF6-480B-4A7A-84ED-BFEBFA85B30A}" dt="2026-09-11T19:32:09.110" v="31" actId="21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Sebastian Rodriguez Prado" userId="a6985d79-8057-427b-b774-ef994a12e227" providerId="ADAL" clId="{B3FD8FF6-480B-4A7A-84ED-BFEBFA85B30A}" dt="2026-09-11T17:12:03.988" v="18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Sebastian Rodriguez Prado" userId="a6985d79-8057-427b-b774-ef994a12e227" providerId="ADAL" clId="{B3FD8FF6-480B-4A7A-84ED-BFEBFA85B30A}" dt="2026-09-11T17:12:01.397" v="16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Sebastian Rodriguez Prado" userId="a6985d79-8057-427b-b774-ef994a12e227" providerId="ADAL" clId="{B3FD8FF6-480B-4A7A-84ED-BFEBFA85B30A}" dt="2026-09-11T17:12:00.669" v="15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Sebastian Rodriguez Prado" userId="a6985d79-8057-427b-b774-ef994a12e227" providerId="ADAL" clId="{B3FD8FF6-480B-4A7A-84ED-BFEBFA85B30A}" dt="2026-09-11T17:11:59.529" v="14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Sebastian Rodriguez Prado" userId="a6985d79-8057-427b-b774-ef994a12e227" providerId="ADAL" clId="{B3FD8FF6-480B-4A7A-84ED-BFEBFA85B30A}" dt="2026-09-11T17:12:04.800" v="19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Sebastian Rodriguez Prado" userId="a6985d79-8057-427b-b774-ef994a12e227" providerId="ADAL" clId="{B3FD8FF6-480B-4A7A-84ED-BFEBFA85B30A}" dt="2026-09-11T17:12:05.264" v="20" actId="478"/>
          <ac:spMkLst>
            <pc:docMk/>
            <pc:sldMk cId="0" sldId="256"/>
            <ac:spMk id="12" creationId="{00000000-0000-0000-0000-000000000000}"/>
          </ac:spMkLst>
        </pc:spChg>
        <pc:spChg chg="del mod">
          <ac:chgData name="Sebastian Rodriguez Prado" userId="a6985d79-8057-427b-b774-ef994a12e227" providerId="ADAL" clId="{B3FD8FF6-480B-4A7A-84ED-BFEBFA85B30A}" dt="2026-09-11T19:32:09.110" v="31" actId="21"/>
          <ac:spMkLst>
            <pc:docMk/>
            <pc:sldMk cId="0" sldId="256"/>
            <ac:spMk id="13" creationId="{00000000-0000-0000-0000-000000000000}"/>
          </ac:spMkLst>
        </pc:spChg>
        <pc:spChg chg="add del mod">
          <ac:chgData name="Sebastian Rodriguez Prado" userId="a6985d79-8057-427b-b774-ef994a12e227" providerId="ADAL" clId="{B3FD8FF6-480B-4A7A-84ED-BFEBFA85B30A}" dt="2026-09-11T19:32:09.110" v="31" actId="21"/>
          <ac:spMkLst>
            <pc:docMk/>
            <pc:sldMk cId="0" sldId="256"/>
            <ac:spMk id="14" creationId="{00000000-0000-0000-0000-000000000000}"/>
          </ac:spMkLst>
        </pc:spChg>
        <pc:picChg chg="add del mod">
          <ac:chgData name="Sebastian Rodriguez Prado" userId="a6985d79-8057-427b-b774-ef994a12e227" providerId="ADAL" clId="{B3FD8FF6-480B-4A7A-84ED-BFEBFA85B30A}" dt="2026-09-11T17:12:12.613" v="23" actId="478"/>
          <ac:picMkLst>
            <pc:docMk/>
            <pc:sldMk cId="0" sldId="256"/>
            <ac:picMk id="2" creationId="{00000000-0000-0000-0000-000000000000}"/>
          </ac:picMkLst>
        </pc:picChg>
        <pc:picChg chg="del">
          <ac:chgData name="Sebastian Rodriguez Prado" userId="a6985d79-8057-427b-b774-ef994a12e227" providerId="ADAL" clId="{B3FD8FF6-480B-4A7A-84ED-BFEBFA85B30A}" dt="2026-09-11T19:32:09.110" v="31" actId="21"/>
          <ac:picMkLst>
            <pc:docMk/>
            <pc:sldMk cId="0" sldId="256"/>
            <ac:picMk id="3" creationId="{00000000-0000-0000-0000-000000000000}"/>
          </ac:picMkLst>
        </pc:picChg>
        <pc:picChg chg="add del">
          <ac:chgData name="Sebastian Rodriguez Prado" userId="a6985d79-8057-427b-b774-ef994a12e227" providerId="ADAL" clId="{B3FD8FF6-480B-4A7A-84ED-BFEBFA85B30A}" dt="2026-09-11T19:32:09.110" v="31" actId="21"/>
          <ac:picMkLst>
            <pc:docMk/>
            <pc:sldMk cId="0" sldId="256"/>
            <ac:picMk id="4" creationId="{00000000-0000-0000-0000-000000000000}"/>
          </ac:picMkLst>
        </pc:picChg>
        <pc:picChg chg="add del">
          <ac:chgData name="Sebastian Rodriguez Prado" userId="a6985d79-8057-427b-b774-ef994a12e227" providerId="ADAL" clId="{B3FD8FF6-480B-4A7A-84ED-BFEBFA85B30A}" dt="2026-09-11T19:32:09.110" v="31" actId="21"/>
          <ac:picMkLst>
            <pc:docMk/>
            <pc:sldMk cId="0" sldId="256"/>
            <ac:picMk id="6" creationId="{00000000-0000-0000-0000-000000000000}"/>
          </ac:picMkLst>
        </pc:picChg>
      </pc:sldChg>
      <pc:sldChg chg="addSp delSp modSp mod ord">
        <pc:chgData name="Sebastian Rodriguez Prado" userId="a6985d79-8057-427b-b774-ef994a12e227" providerId="ADAL" clId="{B3FD8FF6-480B-4A7A-84ED-BFEBFA85B30A}" dt="2026-09-11T21:02:42.927" v="2781"/>
        <pc:sldMkLst>
          <pc:docMk/>
          <pc:sldMk cId="0" sldId="257"/>
        </pc:sldMkLst>
        <pc:spChg chg="mod">
          <ac:chgData name="Sebastian Rodriguez Prado" userId="a6985d79-8057-427b-b774-ef994a12e227" providerId="ADAL" clId="{B3FD8FF6-480B-4A7A-84ED-BFEBFA85B30A}" dt="2026-09-11T20:01:52.822" v="562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02:13.738" v="563" actId="6549"/>
          <ac:spMkLst>
            <pc:docMk/>
            <pc:sldMk cId="0" sldId="257"/>
            <ac:spMk id="14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05:21.396" v="795" actId="313"/>
          <ac:spMkLst>
            <pc:docMk/>
            <pc:sldMk cId="0" sldId="257"/>
            <ac:spMk id="17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05:42.830" v="834" actId="2057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07:43.038" v="1029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08:21.962" v="1128" actId="404"/>
          <ac:spMkLst>
            <pc:docMk/>
            <pc:sldMk cId="0" sldId="257"/>
            <ac:spMk id="27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08:30.506" v="1130" actId="404"/>
          <ac:spMkLst>
            <pc:docMk/>
            <pc:sldMk cId="0" sldId="257"/>
            <ac:spMk id="28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40:13.902" v="2305" actId="2711"/>
          <ac:spMkLst>
            <pc:docMk/>
            <pc:sldMk cId="0" sldId="257"/>
            <ac:spMk id="29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19:35:13.263" v="45" actId="1076"/>
          <ac:spMkLst>
            <pc:docMk/>
            <pc:sldMk cId="0" sldId="257"/>
            <ac:spMk id="30" creationId="{00000000-0000-0000-0000-000000000000}"/>
          </ac:spMkLst>
        </pc:spChg>
        <pc:spChg chg="add del mod">
          <ac:chgData name="Sebastian Rodriguez Prado" userId="a6985d79-8057-427b-b774-ef994a12e227" providerId="ADAL" clId="{B3FD8FF6-480B-4A7A-84ED-BFEBFA85B30A}" dt="2026-09-11T20:08:42.792" v="1133" actId="478"/>
          <ac:spMkLst>
            <pc:docMk/>
            <pc:sldMk cId="0" sldId="257"/>
            <ac:spMk id="32" creationId="{18042CA9-8517-BB66-D20E-EFC2386EFC2C}"/>
          </ac:spMkLst>
        </pc:spChg>
        <pc:spChg chg="add mod">
          <ac:chgData name="Sebastian Rodriguez Prado" userId="a6985d79-8057-427b-b774-ef994a12e227" providerId="ADAL" clId="{B3FD8FF6-480B-4A7A-84ED-BFEBFA85B30A}" dt="2026-09-11T20:21:56.955" v="1912" actId="20577"/>
          <ac:spMkLst>
            <pc:docMk/>
            <pc:sldMk cId="0" sldId="257"/>
            <ac:spMk id="34" creationId="{9220B2D0-EE74-FEA7-D1AE-4209E4E372C9}"/>
          </ac:spMkLst>
        </pc:spChg>
        <pc:picChg chg="mod">
          <ac:chgData name="Sebastian Rodriguez Prado" userId="a6985d79-8057-427b-b774-ef994a12e227" providerId="ADAL" clId="{B3FD8FF6-480B-4A7A-84ED-BFEBFA85B30A}" dt="2026-09-11T17:12:23.072" v="25" actId="1076"/>
          <ac:picMkLst>
            <pc:docMk/>
            <pc:sldMk cId="0" sldId="257"/>
            <ac:picMk id="2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19:35:04.972" v="44" actId="1076"/>
          <ac:picMkLst>
            <pc:docMk/>
            <pc:sldMk cId="0" sldId="257"/>
            <ac:picMk id="5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0:08:36.847" v="1132" actId="1076"/>
          <ac:picMkLst>
            <pc:docMk/>
            <pc:sldMk cId="0" sldId="257"/>
            <ac:picMk id="8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0:05:31.741" v="796" actId="1076"/>
          <ac:picMkLst>
            <pc:docMk/>
            <pc:sldMk cId="0" sldId="257"/>
            <ac:picMk id="22" creationId="{00000000-0000-0000-0000-000000000000}"/>
          </ac:picMkLst>
        </pc:picChg>
        <pc:picChg chg="add del">
          <ac:chgData name="Sebastian Rodriguez Prado" userId="a6985d79-8057-427b-b774-ef994a12e227" providerId="ADAL" clId="{B3FD8FF6-480B-4A7A-84ED-BFEBFA85B30A}" dt="2026-09-11T20:22:35.591" v="1921" actId="478"/>
          <ac:picMkLst>
            <pc:docMk/>
            <pc:sldMk cId="0" sldId="257"/>
            <ac:picMk id="26" creationId="{00000000-0000-0000-0000-000000000000}"/>
          </ac:picMkLst>
        </pc:picChg>
        <pc:picChg chg="add del mod">
          <ac:chgData name="Sebastian Rodriguez Prado" userId="a6985d79-8057-427b-b774-ef994a12e227" providerId="ADAL" clId="{B3FD8FF6-480B-4A7A-84ED-BFEBFA85B30A}" dt="2026-09-11T20:22:35.939" v="1923" actId="1076"/>
          <ac:picMkLst>
            <pc:docMk/>
            <pc:sldMk cId="0" sldId="257"/>
            <ac:picMk id="36" creationId="{FB019573-DF61-5E2D-9C48-32116815480E}"/>
          </ac:picMkLst>
        </pc:picChg>
      </pc:sldChg>
      <pc:sldChg chg="delSp modSp del mod">
        <pc:chgData name="Sebastian Rodriguez Prado" userId="a6985d79-8057-427b-b774-ef994a12e227" providerId="ADAL" clId="{B3FD8FF6-480B-4A7A-84ED-BFEBFA85B30A}" dt="2026-09-11T20:40:34.941" v="2308" actId="47"/>
        <pc:sldMkLst>
          <pc:docMk/>
          <pc:sldMk cId="0" sldId="258"/>
        </pc:sldMkLst>
        <pc:spChg chg="mod">
          <ac:chgData name="Sebastian Rodriguez Prado" userId="a6985d79-8057-427b-b774-ef994a12e227" providerId="ADAL" clId="{B3FD8FF6-480B-4A7A-84ED-BFEBFA85B30A}" dt="2026-09-11T20:09:13.008" v="1139" actId="2711"/>
          <ac:spMkLst>
            <pc:docMk/>
            <pc:sldMk cId="0" sldId="258"/>
            <ac:spMk id="7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09:13.008" v="1139" actId="2711"/>
          <ac:spMkLst>
            <pc:docMk/>
            <pc:sldMk cId="0" sldId="258"/>
            <ac:spMk id="9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09:13.008" v="1139" actId="2711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09:13.008" v="1139" actId="2711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09:13.008" v="1139" actId="2711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09:13.008" v="1139" actId="2711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09:13.008" v="1139" actId="2711"/>
          <ac:spMkLst>
            <pc:docMk/>
            <pc:sldMk cId="0" sldId="258"/>
            <ac:spMk id="18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09:13.008" v="1139" actId="2711"/>
          <ac:spMkLst>
            <pc:docMk/>
            <pc:sldMk cId="0" sldId="258"/>
            <ac:spMk id="19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16:19.090" v="1511" actId="20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09:13.008" v="1139" actId="2711"/>
          <ac:spMkLst>
            <pc:docMk/>
            <pc:sldMk cId="0" sldId="258"/>
            <ac:spMk id="21" creationId="{00000000-0000-0000-0000-000000000000}"/>
          </ac:spMkLst>
        </pc:spChg>
        <pc:picChg chg="del">
          <ac:chgData name="Sebastian Rodriguez Prado" userId="a6985d79-8057-427b-b774-ef994a12e227" providerId="ADAL" clId="{B3FD8FF6-480B-4A7A-84ED-BFEBFA85B30A}" dt="2026-09-11T20:24:22.436" v="1939" actId="478"/>
          <ac:picMkLst>
            <pc:docMk/>
            <pc:sldMk cId="0" sldId="258"/>
            <ac:picMk id="2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17:01:34.117" v="5" actId="1076"/>
          <ac:picMkLst>
            <pc:docMk/>
            <pc:sldMk cId="0" sldId="258"/>
            <ac:picMk id="3" creationId="{00000000-0000-0000-0000-000000000000}"/>
          </ac:picMkLst>
        </pc:picChg>
      </pc:sldChg>
      <pc:sldChg chg="addSp delSp modSp mod">
        <pc:chgData name="Sebastian Rodriguez Prado" userId="a6985d79-8057-427b-b774-ef994a12e227" providerId="ADAL" clId="{B3FD8FF6-480B-4A7A-84ED-BFEBFA85B30A}" dt="2026-09-11T20:43:15.364" v="2347" actId="1076"/>
        <pc:sldMkLst>
          <pc:docMk/>
          <pc:sldMk cId="0" sldId="259"/>
        </pc:sldMkLst>
        <pc:spChg chg="mod">
          <ac:chgData name="Sebastian Rodriguez Prado" userId="a6985d79-8057-427b-b774-ef994a12e227" providerId="ADAL" clId="{B3FD8FF6-480B-4A7A-84ED-BFEBFA85B30A}" dt="2026-09-11T20:43:15.364" v="2347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43:15.364" v="2347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43:15.364" v="2347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43:15.364" v="2347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43:15.364" v="2347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12:26.584" v="1334" actId="2711"/>
          <ac:spMkLst>
            <pc:docMk/>
            <pc:sldMk cId="0" sldId="259"/>
            <ac:spMk id="14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43:15.364" v="2347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43:15.364" v="2347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43:15.364" v="2347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41:04.348" v="2309" actId="404"/>
          <ac:spMkLst>
            <pc:docMk/>
            <pc:sldMk cId="0" sldId="259"/>
            <ac:spMk id="28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12:41.218" v="1337" actId="1076"/>
          <ac:spMkLst>
            <pc:docMk/>
            <pc:sldMk cId="0" sldId="259"/>
            <ac:spMk id="29" creationId="{00000000-0000-0000-0000-000000000000}"/>
          </ac:spMkLst>
        </pc:spChg>
        <pc:spChg chg="add mod">
          <ac:chgData name="Sebastian Rodriguez Prado" userId="a6985d79-8057-427b-b774-ef994a12e227" providerId="ADAL" clId="{B3FD8FF6-480B-4A7A-84ED-BFEBFA85B30A}" dt="2026-09-11T20:43:15.364" v="2347" actId="1076"/>
          <ac:spMkLst>
            <pc:docMk/>
            <pc:sldMk cId="0" sldId="259"/>
            <ac:spMk id="31" creationId="{D4FB027C-0A21-8398-E0C9-779B88E56DB8}"/>
          </ac:spMkLst>
        </pc:spChg>
        <pc:spChg chg="add mod ord">
          <ac:chgData name="Sebastian Rodriguez Prado" userId="a6985d79-8057-427b-b774-ef994a12e227" providerId="ADAL" clId="{B3FD8FF6-480B-4A7A-84ED-BFEBFA85B30A}" dt="2026-09-11T20:43:15.364" v="2347" actId="1076"/>
          <ac:spMkLst>
            <pc:docMk/>
            <pc:sldMk cId="0" sldId="259"/>
            <ac:spMk id="35" creationId="{1A5A67C4-D68F-9533-348D-CECAD5812C75}"/>
          </ac:spMkLst>
        </pc:spChg>
        <pc:picChg chg="del">
          <ac:chgData name="Sebastian Rodriguez Prado" userId="a6985d79-8057-427b-b774-ef994a12e227" providerId="ADAL" clId="{B3FD8FF6-480B-4A7A-84ED-BFEBFA85B30A}" dt="2026-09-11T20:14:22.912" v="1354" actId="478"/>
          <ac:picMkLst>
            <pc:docMk/>
            <pc:sldMk cId="0" sldId="259"/>
            <ac:picMk id="2" creationId="{00000000-0000-0000-0000-000000000000}"/>
          </ac:picMkLst>
        </pc:picChg>
        <pc:picChg chg="del mod">
          <ac:chgData name="Sebastian Rodriguez Prado" userId="a6985d79-8057-427b-b774-ef994a12e227" providerId="ADAL" clId="{B3FD8FF6-480B-4A7A-84ED-BFEBFA85B30A}" dt="2026-09-11T20:14:06.743" v="1350" actId="478"/>
          <ac:picMkLst>
            <pc:docMk/>
            <pc:sldMk cId="0" sldId="259"/>
            <ac:picMk id="3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0:11:25.389" v="1154" actId="1076"/>
          <ac:picMkLst>
            <pc:docMk/>
            <pc:sldMk cId="0" sldId="259"/>
            <ac:picMk id="24" creationId="{00000000-0000-0000-0000-000000000000}"/>
          </ac:picMkLst>
        </pc:picChg>
        <pc:picChg chg="add mod">
          <ac:chgData name="Sebastian Rodriguez Prado" userId="a6985d79-8057-427b-b774-ef994a12e227" providerId="ADAL" clId="{B3FD8FF6-480B-4A7A-84ED-BFEBFA85B30A}" dt="2026-09-11T20:11:39.642" v="1157" actId="1076"/>
          <ac:picMkLst>
            <pc:docMk/>
            <pc:sldMk cId="0" sldId="259"/>
            <ac:picMk id="33" creationId="{0ED3FD46-1D3A-9E46-AA3C-49356C1C1592}"/>
          </ac:picMkLst>
        </pc:picChg>
        <pc:picChg chg="add mod">
          <ac:chgData name="Sebastian Rodriguez Prado" userId="a6985d79-8057-427b-b774-ef994a12e227" providerId="ADAL" clId="{B3FD8FF6-480B-4A7A-84ED-BFEBFA85B30A}" dt="2026-09-11T20:13:03.971" v="1342" actId="571"/>
          <ac:picMkLst>
            <pc:docMk/>
            <pc:sldMk cId="0" sldId="259"/>
            <ac:picMk id="34" creationId="{2E2B9480-D88E-929F-502C-4440D4419859}"/>
          </ac:picMkLst>
        </pc:picChg>
      </pc:sldChg>
      <pc:sldChg chg="addSp delSp modSp add del mod ord">
        <pc:chgData name="Sebastian Rodriguez Prado" userId="a6985d79-8057-427b-b774-ef994a12e227" providerId="ADAL" clId="{B3FD8FF6-480B-4A7A-84ED-BFEBFA85B30A}" dt="2026-09-11T21:38:56.005" v="4176" actId="47"/>
        <pc:sldMkLst>
          <pc:docMk/>
          <pc:sldMk cId="0" sldId="260"/>
        </pc:sldMkLst>
        <pc:spChg chg="mod">
          <ac:chgData name="Sebastian Rodriguez Prado" userId="a6985d79-8057-427b-b774-ef994a12e227" providerId="ADAL" clId="{B3FD8FF6-480B-4A7A-84ED-BFEBFA85B30A}" dt="2026-09-11T20:56:58.413" v="2616" actId="20577"/>
          <ac:spMkLst>
            <pc:docMk/>
            <pc:sldMk cId="0" sldId="260"/>
            <ac:spMk id="7" creationId="{00000000-0000-0000-0000-000000000000}"/>
          </ac:spMkLst>
        </pc:spChg>
        <pc:spChg chg="mod topLvl">
          <ac:chgData name="Sebastian Rodriguez Prado" userId="a6985d79-8057-427b-b774-ef994a12e227" providerId="ADAL" clId="{B3FD8FF6-480B-4A7A-84ED-BFEBFA85B30A}" dt="2026-09-11T21:10:57.636" v="2981" actId="14100"/>
          <ac:spMkLst>
            <pc:docMk/>
            <pc:sldMk cId="0" sldId="260"/>
            <ac:spMk id="9" creationId="{00000000-0000-0000-0000-000000000000}"/>
          </ac:spMkLst>
        </pc:spChg>
        <pc:spChg chg="mod topLvl">
          <ac:chgData name="Sebastian Rodriguez Prado" userId="a6985d79-8057-427b-b774-ef994a12e227" providerId="ADAL" clId="{B3FD8FF6-480B-4A7A-84ED-BFEBFA85B30A}" dt="2026-09-11T21:11:40.557" v="2984" actId="20577"/>
          <ac:spMkLst>
            <pc:docMk/>
            <pc:sldMk cId="0" sldId="260"/>
            <ac:spMk id="10" creationId="{00000000-0000-0000-0000-000000000000}"/>
          </ac:spMkLst>
        </pc:spChg>
        <pc:spChg chg="mod topLvl">
          <ac:chgData name="Sebastian Rodriguez Prado" userId="a6985d79-8057-427b-b774-ef994a12e227" providerId="ADAL" clId="{B3FD8FF6-480B-4A7A-84ED-BFEBFA85B30A}" dt="2026-09-11T20:54:58.985" v="2487" actId="1076"/>
          <ac:spMkLst>
            <pc:docMk/>
            <pc:sldMk cId="0" sldId="260"/>
            <ac:spMk id="12" creationId="{00000000-0000-0000-0000-000000000000}"/>
          </ac:spMkLst>
        </pc:spChg>
        <pc:spChg chg="mod topLvl">
          <ac:chgData name="Sebastian Rodriguez Prado" userId="a6985d79-8057-427b-b774-ef994a12e227" providerId="ADAL" clId="{B3FD8FF6-480B-4A7A-84ED-BFEBFA85B30A}" dt="2026-09-11T21:09:25.318" v="2979" actId="404"/>
          <ac:spMkLst>
            <pc:docMk/>
            <pc:sldMk cId="0" sldId="260"/>
            <ac:spMk id="13" creationId="{00000000-0000-0000-0000-000000000000}"/>
          </ac:spMkLst>
        </pc:spChg>
        <pc:spChg chg="mod topLvl">
          <ac:chgData name="Sebastian Rodriguez Prado" userId="a6985d79-8057-427b-b774-ef994a12e227" providerId="ADAL" clId="{B3FD8FF6-480B-4A7A-84ED-BFEBFA85B30A}" dt="2026-09-11T20:55:12.012" v="2493" actId="1076"/>
          <ac:spMkLst>
            <pc:docMk/>
            <pc:sldMk cId="0" sldId="260"/>
            <ac:spMk id="15" creationId="{00000000-0000-0000-0000-000000000000}"/>
          </ac:spMkLst>
        </pc:spChg>
        <pc:spChg chg="mod topLvl">
          <ac:chgData name="Sebastian Rodriguez Prado" userId="a6985d79-8057-427b-b774-ef994a12e227" providerId="ADAL" clId="{B3FD8FF6-480B-4A7A-84ED-BFEBFA85B30A}" dt="2026-09-11T21:09:28.097" v="2980" actId="404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38:21.697" v="4165" actId="21"/>
          <ac:spMkLst>
            <pc:docMk/>
            <pc:sldMk cId="0" sldId="260"/>
            <ac:spMk id="30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49:13.678" v="2381" actId="2711"/>
          <ac:spMkLst>
            <pc:docMk/>
            <pc:sldMk cId="0" sldId="260"/>
            <ac:spMk id="31" creationId="{00000000-0000-0000-0000-000000000000}"/>
          </ac:spMkLst>
        </pc:spChg>
        <pc:spChg chg="add mod topLvl">
          <ac:chgData name="Sebastian Rodriguez Prado" userId="a6985d79-8057-427b-b774-ef994a12e227" providerId="ADAL" clId="{B3FD8FF6-480B-4A7A-84ED-BFEBFA85B30A}" dt="2026-09-11T20:54:43.054" v="2484" actId="122"/>
          <ac:spMkLst>
            <pc:docMk/>
            <pc:sldMk cId="0" sldId="260"/>
            <ac:spMk id="41" creationId="{8673F2C6-D7F0-6F28-1067-8E57385BBB38}"/>
          </ac:spMkLst>
        </pc:spChg>
        <pc:spChg chg="add mod topLvl">
          <ac:chgData name="Sebastian Rodriguez Prado" userId="a6985d79-8057-427b-b774-ef994a12e227" providerId="ADAL" clId="{B3FD8FF6-480B-4A7A-84ED-BFEBFA85B30A}" dt="2026-09-11T21:09:19.055" v="2977" actId="404"/>
          <ac:spMkLst>
            <pc:docMk/>
            <pc:sldMk cId="0" sldId="260"/>
            <ac:spMk id="43" creationId="{B546D9FF-94C3-F569-415E-D808629B39C6}"/>
          </ac:spMkLst>
        </pc:spChg>
        <pc:spChg chg="add mod topLvl">
          <ac:chgData name="Sebastian Rodriguez Prado" userId="a6985d79-8057-427b-b774-ef994a12e227" providerId="ADAL" clId="{B3FD8FF6-480B-4A7A-84ED-BFEBFA85B30A}" dt="2026-09-11T20:54:43.054" v="2484" actId="122"/>
          <ac:spMkLst>
            <pc:docMk/>
            <pc:sldMk cId="0" sldId="260"/>
            <ac:spMk id="45" creationId="{7C6E440A-9C82-886E-0416-3F141921A2D5}"/>
          </ac:spMkLst>
        </pc:spChg>
        <pc:spChg chg="add mod topLvl">
          <ac:chgData name="Sebastian Rodriguez Prado" userId="a6985d79-8057-427b-b774-ef994a12e227" providerId="ADAL" clId="{B3FD8FF6-480B-4A7A-84ED-BFEBFA85B30A}" dt="2026-09-11T20:50:50.297" v="2414" actId="164"/>
          <ac:spMkLst>
            <pc:docMk/>
            <pc:sldMk cId="0" sldId="260"/>
            <ac:spMk id="47" creationId="{CFD04D96-1285-44C3-BC2C-C010EDBDC4E5}"/>
          </ac:spMkLst>
        </pc:spChg>
        <pc:spChg chg="add del mod">
          <ac:chgData name="Sebastian Rodriguez Prado" userId="a6985d79-8057-427b-b774-ef994a12e227" providerId="ADAL" clId="{B3FD8FF6-480B-4A7A-84ED-BFEBFA85B30A}" dt="2026-09-11T20:50:19.988" v="2405" actId="21"/>
          <ac:spMkLst>
            <pc:docMk/>
            <pc:sldMk cId="0" sldId="260"/>
            <ac:spMk id="49" creationId="{5385EE7E-D848-8905-ACB4-15F29E4B14EE}"/>
          </ac:spMkLst>
        </pc:spChg>
        <pc:spChg chg="add mod">
          <ac:chgData name="Sebastian Rodriguez Prado" userId="a6985d79-8057-427b-b774-ef994a12e227" providerId="ADAL" clId="{B3FD8FF6-480B-4A7A-84ED-BFEBFA85B30A}" dt="2026-09-11T20:54:43.054" v="2484" actId="122"/>
          <ac:spMkLst>
            <pc:docMk/>
            <pc:sldMk cId="0" sldId="260"/>
            <ac:spMk id="59" creationId="{D9A5D3E3-2D3E-9714-1031-71EC316AA024}"/>
          </ac:spMkLst>
        </pc:spChg>
        <pc:spChg chg="mod">
          <ac:chgData name="Sebastian Rodriguez Prado" userId="a6985d79-8057-427b-b774-ef994a12e227" providerId="ADAL" clId="{B3FD8FF6-480B-4A7A-84ED-BFEBFA85B30A}" dt="2026-09-11T20:50:40.691" v="2412" actId="571"/>
          <ac:spMkLst>
            <pc:docMk/>
            <pc:sldMk cId="0" sldId="260"/>
            <ac:spMk id="66" creationId="{44D7C8B9-43E1-E75B-400F-A1317033F40A}"/>
          </ac:spMkLst>
        </pc:spChg>
        <pc:spChg chg="mod">
          <ac:chgData name="Sebastian Rodriguez Prado" userId="a6985d79-8057-427b-b774-ef994a12e227" providerId="ADAL" clId="{B3FD8FF6-480B-4A7A-84ED-BFEBFA85B30A}" dt="2026-09-11T20:50:40.691" v="2412" actId="571"/>
          <ac:spMkLst>
            <pc:docMk/>
            <pc:sldMk cId="0" sldId="260"/>
            <ac:spMk id="67" creationId="{D7B5E683-FD69-8701-35AD-B128F7D9675B}"/>
          </ac:spMkLst>
        </pc:spChg>
        <pc:spChg chg="mod">
          <ac:chgData name="Sebastian Rodriguez Prado" userId="a6985d79-8057-427b-b774-ef994a12e227" providerId="ADAL" clId="{B3FD8FF6-480B-4A7A-84ED-BFEBFA85B30A}" dt="2026-09-11T20:50:40.691" v="2412" actId="571"/>
          <ac:spMkLst>
            <pc:docMk/>
            <pc:sldMk cId="0" sldId="260"/>
            <ac:spMk id="68" creationId="{46597A4D-1C91-17FA-CB8C-85E095C64EF3}"/>
          </ac:spMkLst>
        </pc:spChg>
        <pc:spChg chg="mod">
          <ac:chgData name="Sebastian Rodriguez Prado" userId="a6985d79-8057-427b-b774-ef994a12e227" providerId="ADAL" clId="{B3FD8FF6-480B-4A7A-84ED-BFEBFA85B30A}" dt="2026-09-11T20:50:40.691" v="2412" actId="571"/>
          <ac:spMkLst>
            <pc:docMk/>
            <pc:sldMk cId="0" sldId="260"/>
            <ac:spMk id="69" creationId="{13C5073F-83AC-E8B1-95B6-9DE9EA6288AA}"/>
          </ac:spMkLst>
        </pc:spChg>
        <pc:spChg chg="mod">
          <ac:chgData name="Sebastian Rodriguez Prado" userId="a6985d79-8057-427b-b774-ef994a12e227" providerId="ADAL" clId="{B3FD8FF6-480B-4A7A-84ED-BFEBFA85B30A}" dt="2026-09-11T20:53:08.171" v="2450"/>
          <ac:spMkLst>
            <pc:docMk/>
            <pc:sldMk cId="0" sldId="260"/>
            <ac:spMk id="83" creationId="{C94AB3DD-8654-85B3-EFB9-67F333D834A8}"/>
          </ac:spMkLst>
        </pc:spChg>
        <pc:spChg chg="mod">
          <ac:chgData name="Sebastian Rodriguez Prado" userId="a6985d79-8057-427b-b774-ef994a12e227" providerId="ADAL" clId="{B3FD8FF6-480B-4A7A-84ED-BFEBFA85B30A}" dt="2026-09-11T20:53:08.171" v="2450"/>
          <ac:spMkLst>
            <pc:docMk/>
            <pc:sldMk cId="0" sldId="260"/>
            <ac:spMk id="84" creationId="{77D91BBA-2E5B-4AD5-272F-90CB315AF55F}"/>
          </ac:spMkLst>
        </pc:spChg>
        <pc:spChg chg="mod">
          <ac:chgData name="Sebastian Rodriguez Prado" userId="a6985d79-8057-427b-b774-ef994a12e227" providerId="ADAL" clId="{B3FD8FF6-480B-4A7A-84ED-BFEBFA85B30A}" dt="2026-09-11T20:53:08.171" v="2450"/>
          <ac:spMkLst>
            <pc:docMk/>
            <pc:sldMk cId="0" sldId="260"/>
            <ac:spMk id="85" creationId="{C0D19EF9-E581-7542-5410-203D50284DDB}"/>
          </ac:spMkLst>
        </pc:spChg>
        <pc:spChg chg="mod">
          <ac:chgData name="Sebastian Rodriguez Prado" userId="a6985d79-8057-427b-b774-ef994a12e227" providerId="ADAL" clId="{B3FD8FF6-480B-4A7A-84ED-BFEBFA85B30A}" dt="2026-09-11T20:53:08.171" v="2450"/>
          <ac:spMkLst>
            <pc:docMk/>
            <pc:sldMk cId="0" sldId="260"/>
            <ac:spMk id="86" creationId="{102AE5E2-1EC4-E11F-333F-39D8811E3B60}"/>
          </ac:spMkLst>
        </pc:spChg>
        <pc:spChg chg="mod">
          <ac:chgData name="Sebastian Rodriguez Prado" userId="a6985d79-8057-427b-b774-ef994a12e227" providerId="ADAL" clId="{B3FD8FF6-480B-4A7A-84ED-BFEBFA85B30A}" dt="2026-09-11T20:53:08.171" v="2450"/>
          <ac:spMkLst>
            <pc:docMk/>
            <pc:sldMk cId="0" sldId="260"/>
            <ac:spMk id="88" creationId="{A4119E37-5FA3-B76A-5A81-59ECCF1462DF}"/>
          </ac:spMkLst>
        </pc:spChg>
        <pc:spChg chg="add del">
          <ac:chgData name="Sebastian Rodriguez Prado" userId="a6985d79-8057-427b-b774-ef994a12e227" providerId="ADAL" clId="{B3FD8FF6-480B-4A7A-84ED-BFEBFA85B30A}" dt="2026-09-11T21:36:42.061" v="4145" actId="22"/>
          <ac:spMkLst>
            <pc:docMk/>
            <pc:sldMk cId="0" sldId="260"/>
            <ac:spMk id="95" creationId="{C3F6B98E-C714-4551-1AE1-2C0251A19498}"/>
          </ac:spMkLst>
        </pc:spChg>
        <pc:spChg chg="add del">
          <ac:chgData name="Sebastian Rodriguez Prado" userId="a6985d79-8057-427b-b774-ef994a12e227" providerId="ADAL" clId="{B3FD8FF6-480B-4A7A-84ED-BFEBFA85B30A}" dt="2026-09-11T21:36:42.061" v="4145" actId="22"/>
          <ac:spMkLst>
            <pc:docMk/>
            <pc:sldMk cId="0" sldId="260"/>
            <ac:spMk id="97" creationId="{8E9AAE0A-6FB8-D563-ED9C-2D9E5D7053E8}"/>
          </ac:spMkLst>
        </pc:spChg>
        <pc:grpChg chg="del mod">
          <ac:chgData name="Sebastian Rodriguez Prado" userId="a6985d79-8057-427b-b774-ef994a12e227" providerId="ADAL" clId="{B3FD8FF6-480B-4A7A-84ED-BFEBFA85B30A}" dt="2026-09-11T20:50:44.259" v="2413" actId="165"/>
          <ac:grpSpMkLst>
            <pc:docMk/>
            <pc:sldMk cId="0" sldId="260"/>
            <ac:grpSpMk id="52" creationId="{F9BAE194-ABE1-F9FE-874F-98B8AAF53CD4}"/>
          </ac:grpSpMkLst>
        </pc:grpChg>
        <pc:grpChg chg="add del mod">
          <ac:chgData name="Sebastian Rodriguez Prado" userId="a6985d79-8057-427b-b774-ef994a12e227" providerId="ADAL" clId="{B3FD8FF6-480B-4A7A-84ED-BFEBFA85B30A}" dt="2026-09-11T20:52:24.196" v="2431" actId="165"/>
          <ac:grpSpMkLst>
            <pc:docMk/>
            <pc:sldMk cId="0" sldId="260"/>
            <ac:grpSpMk id="53" creationId="{4CAD09FA-1337-D562-3FF2-67427328644B}"/>
          </ac:grpSpMkLst>
        </pc:grpChg>
        <pc:grpChg chg="add del mod">
          <ac:chgData name="Sebastian Rodriguez Prado" userId="a6985d79-8057-427b-b774-ef994a12e227" providerId="ADAL" clId="{B3FD8FF6-480B-4A7A-84ED-BFEBFA85B30A}" dt="2026-09-11T20:52:57.233" v="2443" actId="165"/>
          <ac:grpSpMkLst>
            <pc:docMk/>
            <pc:sldMk cId="0" sldId="260"/>
            <ac:grpSpMk id="54" creationId="{EA561B2B-B610-C025-A573-92D8F2762C00}"/>
          </ac:grpSpMkLst>
        </pc:grpChg>
        <pc:grpChg chg="add del mod">
          <ac:chgData name="Sebastian Rodriguez Prado" userId="a6985d79-8057-427b-b774-ef994a12e227" providerId="ADAL" clId="{B3FD8FF6-480B-4A7A-84ED-BFEBFA85B30A}" dt="2026-09-11T20:53:02.714" v="2445" actId="165"/>
          <ac:grpSpMkLst>
            <pc:docMk/>
            <pc:sldMk cId="0" sldId="260"/>
            <ac:grpSpMk id="55" creationId="{B7E2B9D3-CDAF-A89A-AEAD-AD09D5276382}"/>
          </ac:grpSpMkLst>
        </pc:grpChg>
        <pc:grpChg chg="add mod">
          <ac:chgData name="Sebastian Rodriguez Prado" userId="a6985d79-8057-427b-b774-ef994a12e227" providerId="ADAL" clId="{B3FD8FF6-480B-4A7A-84ED-BFEBFA85B30A}" dt="2026-09-11T20:50:40.691" v="2412" actId="571"/>
          <ac:grpSpMkLst>
            <pc:docMk/>
            <pc:sldMk cId="0" sldId="260"/>
            <ac:grpSpMk id="62" creationId="{333BB972-0C07-56E6-5412-7DBEC2650B58}"/>
          </ac:grpSpMkLst>
        </pc:grpChg>
        <pc:grpChg chg="add del mod">
          <ac:chgData name="Sebastian Rodriguez Prado" userId="a6985d79-8057-427b-b774-ef994a12e227" providerId="ADAL" clId="{B3FD8FF6-480B-4A7A-84ED-BFEBFA85B30A}" dt="2026-09-11T21:38:45.403" v="4171" actId="21"/>
          <ac:grpSpMkLst>
            <pc:docMk/>
            <pc:sldMk cId="0" sldId="260"/>
            <ac:grpSpMk id="70" creationId="{42E5EDF1-7DAF-A5B3-DF48-A213A77B1360}"/>
          </ac:grpSpMkLst>
        </pc:grpChg>
        <pc:grpChg chg="mod">
          <ac:chgData name="Sebastian Rodriguez Prado" userId="a6985d79-8057-427b-b774-ef994a12e227" providerId="ADAL" clId="{B3FD8FF6-480B-4A7A-84ED-BFEBFA85B30A}" dt="2026-09-11T20:53:09.281" v="2452" actId="1076"/>
          <ac:grpSpMkLst>
            <pc:docMk/>
            <pc:sldMk cId="0" sldId="260"/>
            <ac:grpSpMk id="79" creationId="{102BEEA7-BD63-003D-B0DD-84115D20299E}"/>
          </ac:grpSpMkLst>
        </pc:grpChg>
        <pc:picChg chg="del mod">
          <ac:chgData name="Sebastian Rodriguez Prado" userId="a6985d79-8057-427b-b774-ef994a12e227" providerId="ADAL" clId="{B3FD8FF6-480B-4A7A-84ED-BFEBFA85B30A}" dt="2026-09-11T20:24:58.739" v="1944" actId="478"/>
          <ac:picMkLst>
            <pc:docMk/>
            <pc:sldMk cId="0" sldId="260"/>
            <ac:picMk id="2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0:42:02.160" v="2323" actId="1076"/>
          <ac:picMkLst>
            <pc:docMk/>
            <pc:sldMk cId="0" sldId="260"/>
            <ac:picMk id="3" creationId="{00000000-0000-0000-0000-000000000000}"/>
          </ac:picMkLst>
        </pc:picChg>
        <pc:picChg chg="del mod topLvl">
          <ac:chgData name="Sebastian Rodriguez Prado" userId="a6985d79-8057-427b-b774-ef994a12e227" providerId="ADAL" clId="{B3FD8FF6-480B-4A7A-84ED-BFEBFA85B30A}" dt="2026-09-11T20:52:27.156" v="2432" actId="478"/>
          <ac:picMkLst>
            <pc:docMk/>
            <pc:sldMk cId="0" sldId="260"/>
            <ac:picMk id="4" creationId="{00000000-0000-0000-0000-000000000000}"/>
          </ac:picMkLst>
        </pc:picChg>
        <pc:picChg chg="del mod topLvl">
          <ac:chgData name="Sebastian Rodriguez Prado" userId="a6985d79-8057-427b-b774-ef994a12e227" providerId="ADAL" clId="{B3FD8FF6-480B-4A7A-84ED-BFEBFA85B30A}" dt="2026-09-11T20:52:59.441" v="2444" actId="478"/>
          <ac:picMkLst>
            <pc:docMk/>
            <pc:sldMk cId="0" sldId="260"/>
            <ac:picMk id="5" creationId="{00000000-0000-0000-0000-000000000000}"/>
          </ac:picMkLst>
        </pc:picChg>
        <pc:picChg chg="del mod topLvl">
          <ac:chgData name="Sebastian Rodriguez Prado" userId="a6985d79-8057-427b-b774-ef994a12e227" providerId="ADAL" clId="{B3FD8FF6-480B-4A7A-84ED-BFEBFA85B30A}" dt="2026-09-11T20:53:05.218" v="2447" actId="478"/>
          <ac:picMkLst>
            <pc:docMk/>
            <pc:sldMk cId="0" sldId="260"/>
            <ac:picMk id="6" creationId="{00000000-0000-0000-0000-000000000000}"/>
          </ac:picMkLst>
        </pc:picChg>
        <pc:picChg chg="mod topLvl">
          <ac:chgData name="Sebastian Rodriguez Prado" userId="a6985d79-8057-427b-b774-ef994a12e227" providerId="ADAL" clId="{B3FD8FF6-480B-4A7A-84ED-BFEBFA85B30A}" dt="2026-09-11T20:54:39.124" v="2482" actId="1076"/>
          <ac:picMkLst>
            <pc:docMk/>
            <pc:sldMk cId="0" sldId="260"/>
            <ac:picMk id="8" creationId="{00000000-0000-0000-0000-000000000000}"/>
          </ac:picMkLst>
        </pc:picChg>
        <pc:picChg chg="mod topLvl">
          <ac:chgData name="Sebastian Rodriguez Prado" userId="a6985d79-8057-427b-b774-ef994a12e227" providerId="ADAL" clId="{B3FD8FF6-480B-4A7A-84ED-BFEBFA85B30A}" dt="2026-09-11T20:54:39.124" v="2482" actId="1076"/>
          <ac:picMkLst>
            <pc:docMk/>
            <pc:sldMk cId="0" sldId="260"/>
            <ac:picMk id="11" creationId="{00000000-0000-0000-0000-000000000000}"/>
          </ac:picMkLst>
        </pc:picChg>
        <pc:picChg chg="mod topLvl">
          <ac:chgData name="Sebastian Rodriguez Prado" userId="a6985d79-8057-427b-b774-ef994a12e227" providerId="ADAL" clId="{B3FD8FF6-480B-4A7A-84ED-BFEBFA85B30A}" dt="2026-09-11T20:54:39.124" v="2482" actId="1076"/>
          <ac:picMkLst>
            <pc:docMk/>
            <pc:sldMk cId="0" sldId="260"/>
            <ac:picMk id="14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0:42:23.770" v="2331" actId="1038"/>
          <ac:picMkLst>
            <pc:docMk/>
            <pc:sldMk cId="0" sldId="260"/>
            <ac:picMk id="17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0:42:23.770" v="2331" actId="1038"/>
          <ac:picMkLst>
            <pc:docMk/>
            <pc:sldMk cId="0" sldId="260"/>
            <ac:picMk id="18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0:42:23.770" v="2331" actId="1038"/>
          <ac:picMkLst>
            <pc:docMk/>
            <pc:sldMk cId="0" sldId="260"/>
            <ac:picMk id="19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0:42:23.770" v="2331" actId="1038"/>
          <ac:picMkLst>
            <pc:docMk/>
            <pc:sldMk cId="0" sldId="260"/>
            <ac:picMk id="20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0:42:23.770" v="2331" actId="1038"/>
          <ac:picMkLst>
            <pc:docMk/>
            <pc:sldMk cId="0" sldId="260"/>
            <ac:picMk id="21" creationId="{00000000-0000-0000-0000-000000000000}"/>
          </ac:picMkLst>
        </pc:picChg>
        <pc:picChg chg="mod topLvl">
          <ac:chgData name="Sebastian Rodriguez Prado" userId="a6985d79-8057-427b-b774-ef994a12e227" providerId="ADAL" clId="{B3FD8FF6-480B-4A7A-84ED-BFEBFA85B30A}" dt="2026-09-11T20:52:24.196" v="2431" actId="165"/>
          <ac:picMkLst>
            <pc:docMk/>
            <pc:sldMk cId="0" sldId="260"/>
            <ac:picMk id="22" creationId="{00000000-0000-0000-0000-000000000000}"/>
          </ac:picMkLst>
        </pc:picChg>
        <pc:picChg chg="mod topLvl">
          <ac:chgData name="Sebastian Rodriguez Prado" userId="a6985d79-8057-427b-b774-ef994a12e227" providerId="ADAL" clId="{B3FD8FF6-480B-4A7A-84ED-BFEBFA85B30A}" dt="2026-09-11T20:52:57.233" v="2443" actId="165"/>
          <ac:picMkLst>
            <pc:docMk/>
            <pc:sldMk cId="0" sldId="260"/>
            <ac:picMk id="23" creationId="{00000000-0000-0000-0000-000000000000}"/>
          </ac:picMkLst>
        </pc:picChg>
        <pc:picChg chg="mod topLvl">
          <ac:chgData name="Sebastian Rodriguez Prado" userId="a6985d79-8057-427b-b774-ef994a12e227" providerId="ADAL" clId="{B3FD8FF6-480B-4A7A-84ED-BFEBFA85B30A}" dt="2026-09-11T20:53:02.714" v="2445" actId="165"/>
          <ac:picMkLst>
            <pc:docMk/>
            <pc:sldMk cId="0" sldId="260"/>
            <ac:picMk id="24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0:42:02.160" v="2323" actId="1076"/>
          <ac:picMkLst>
            <pc:docMk/>
            <pc:sldMk cId="0" sldId="260"/>
            <ac:picMk id="25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0:42:02.160" v="2323" actId="1076"/>
          <ac:picMkLst>
            <pc:docMk/>
            <pc:sldMk cId="0" sldId="260"/>
            <ac:picMk id="26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0:42:02.160" v="2323" actId="1076"/>
          <ac:picMkLst>
            <pc:docMk/>
            <pc:sldMk cId="0" sldId="260"/>
            <ac:picMk id="27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0:42:02.160" v="2323" actId="1076"/>
          <ac:picMkLst>
            <pc:docMk/>
            <pc:sldMk cId="0" sldId="260"/>
            <ac:picMk id="29" creationId="{00000000-0000-0000-0000-000000000000}"/>
          </ac:picMkLst>
        </pc:picChg>
        <pc:picChg chg="add del mod ord topLvl">
          <ac:chgData name="Sebastian Rodriguez Prado" userId="a6985d79-8057-427b-b774-ef994a12e227" providerId="ADAL" clId="{B3FD8FF6-480B-4A7A-84ED-BFEBFA85B30A}" dt="2026-09-11T20:53:28.757" v="2468" actId="1076"/>
          <ac:picMkLst>
            <pc:docMk/>
            <pc:sldMk cId="0" sldId="260"/>
            <ac:picMk id="33" creationId="{FC27F2F7-B33A-5D8A-52CC-8593E4280414}"/>
          </ac:picMkLst>
        </pc:picChg>
        <pc:picChg chg="add mod topLvl">
          <ac:chgData name="Sebastian Rodriguez Prado" userId="a6985d79-8057-427b-b774-ef994a12e227" providerId="ADAL" clId="{B3FD8FF6-480B-4A7A-84ED-BFEBFA85B30A}" dt="2026-09-11T20:50:50.297" v="2414" actId="164"/>
          <ac:picMkLst>
            <pc:docMk/>
            <pc:sldMk cId="0" sldId="260"/>
            <ac:picMk id="35" creationId="{64F0D7CC-D26F-8105-8E9D-98658FD37B10}"/>
          </ac:picMkLst>
        </pc:picChg>
        <pc:picChg chg="add del mod">
          <ac:chgData name="Sebastian Rodriguez Prado" userId="a6985d79-8057-427b-b774-ef994a12e227" providerId="ADAL" clId="{B3FD8FF6-480B-4A7A-84ED-BFEBFA85B30A}" dt="2026-09-11T20:50:10.561" v="2401" actId="478"/>
          <ac:picMkLst>
            <pc:docMk/>
            <pc:sldMk cId="0" sldId="260"/>
            <ac:picMk id="37" creationId="{A840017C-BFA8-02E5-46A9-12F388C8D829}"/>
          </ac:picMkLst>
        </pc:picChg>
        <pc:picChg chg="add mod topLvl">
          <ac:chgData name="Sebastian Rodriguez Prado" userId="a6985d79-8057-427b-b774-ef994a12e227" providerId="ADAL" clId="{B3FD8FF6-480B-4A7A-84ED-BFEBFA85B30A}" dt="2026-09-11T20:50:50.297" v="2414" actId="164"/>
          <ac:picMkLst>
            <pc:docMk/>
            <pc:sldMk cId="0" sldId="260"/>
            <ac:picMk id="39" creationId="{135E5F20-3979-9899-E07D-E7C2B3C746DB}"/>
          </ac:picMkLst>
        </pc:picChg>
        <pc:picChg chg="add del mod">
          <ac:chgData name="Sebastian Rodriguez Prado" userId="a6985d79-8057-427b-b774-ef994a12e227" providerId="ADAL" clId="{B3FD8FF6-480B-4A7A-84ED-BFEBFA85B30A}" dt="2026-09-11T20:50:19.988" v="2405" actId="21"/>
          <ac:picMkLst>
            <pc:docMk/>
            <pc:sldMk cId="0" sldId="260"/>
            <ac:picMk id="51" creationId="{ECAC53C0-4CB2-A4B9-6B31-5C192ED23D80}"/>
          </ac:picMkLst>
        </pc:picChg>
        <pc:picChg chg="add mod">
          <ac:chgData name="Sebastian Rodriguez Prado" userId="a6985d79-8057-427b-b774-ef994a12e227" providerId="ADAL" clId="{B3FD8FF6-480B-4A7A-84ED-BFEBFA85B30A}" dt="2026-09-11T20:50:50.297" v="2414" actId="164"/>
          <ac:picMkLst>
            <pc:docMk/>
            <pc:sldMk cId="0" sldId="260"/>
            <ac:picMk id="57" creationId="{230383ED-1E88-D47A-405A-5990CA9399B5}"/>
          </ac:picMkLst>
        </pc:picChg>
        <pc:picChg chg="add mod">
          <ac:chgData name="Sebastian Rodriguez Prado" userId="a6985d79-8057-427b-b774-ef994a12e227" providerId="ADAL" clId="{B3FD8FF6-480B-4A7A-84ED-BFEBFA85B30A}" dt="2026-09-11T20:50:50.297" v="2414" actId="164"/>
          <ac:picMkLst>
            <pc:docMk/>
            <pc:sldMk cId="0" sldId="260"/>
            <ac:picMk id="61" creationId="{DFE6E357-B76F-0989-65E5-43D8E70BD0DC}"/>
          </ac:picMkLst>
        </pc:picChg>
        <pc:picChg chg="mod">
          <ac:chgData name="Sebastian Rodriguez Prado" userId="a6985d79-8057-427b-b774-ef994a12e227" providerId="ADAL" clId="{B3FD8FF6-480B-4A7A-84ED-BFEBFA85B30A}" dt="2026-09-11T20:50:40.691" v="2412" actId="571"/>
          <ac:picMkLst>
            <pc:docMk/>
            <pc:sldMk cId="0" sldId="260"/>
            <ac:picMk id="63" creationId="{0C8A6028-B29E-FC83-D448-4D1927A05A6B}"/>
          </ac:picMkLst>
        </pc:picChg>
        <pc:picChg chg="mod">
          <ac:chgData name="Sebastian Rodriguez Prado" userId="a6985d79-8057-427b-b774-ef994a12e227" providerId="ADAL" clId="{B3FD8FF6-480B-4A7A-84ED-BFEBFA85B30A}" dt="2026-09-11T20:50:40.691" v="2412" actId="571"/>
          <ac:picMkLst>
            <pc:docMk/>
            <pc:sldMk cId="0" sldId="260"/>
            <ac:picMk id="64" creationId="{821C8865-FA18-4191-7B34-BC4B1F05018F}"/>
          </ac:picMkLst>
        </pc:picChg>
        <pc:picChg chg="mod">
          <ac:chgData name="Sebastian Rodriguez Prado" userId="a6985d79-8057-427b-b774-ef994a12e227" providerId="ADAL" clId="{B3FD8FF6-480B-4A7A-84ED-BFEBFA85B30A}" dt="2026-09-11T20:50:40.691" v="2412" actId="571"/>
          <ac:picMkLst>
            <pc:docMk/>
            <pc:sldMk cId="0" sldId="260"/>
            <ac:picMk id="65" creationId="{A388E647-C844-F80A-B52C-9B9FB07C290E}"/>
          </ac:picMkLst>
        </pc:picChg>
        <pc:picChg chg="add del">
          <ac:chgData name="Sebastian Rodriguez Prado" userId="a6985d79-8057-427b-b774-ef994a12e227" providerId="ADAL" clId="{B3FD8FF6-480B-4A7A-84ED-BFEBFA85B30A}" dt="2026-09-11T20:52:05.361" v="2428" actId="478"/>
          <ac:picMkLst>
            <pc:docMk/>
            <pc:sldMk cId="0" sldId="260"/>
            <ac:picMk id="72" creationId="{0A3833EF-B02B-10F6-8882-DADD6C9571BE}"/>
          </ac:picMkLst>
        </pc:picChg>
        <pc:picChg chg="add del mod">
          <ac:chgData name="Sebastian Rodriguez Prado" userId="a6985d79-8057-427b-b774-ef994a12e227" providerId="ADAL" clId="{B3FD8FF6-480B-4A7A-84ED-BFEBFA85B30A}" dt="2026-09-11T20:53:06.207" v="2449" actId="478"/>
          <ac:picMkLst>
            <pc:docMk/>
            <pc:sldMk cId="0" sldId="260"/>
            <ac:picMk id="74" creationId="{48DC8F62-27AD-914F-DAE3-A1E752245578}"/>
          </ac:picMkLst>
        </pc:picChg>
        <pc:picChg chg="add mod ord">
          <ac:chgData name="Sebastian Rodriguez Prado" userId="a6985d79-8057-427b-b774-ef994a12e227" providerId="ADAL" clId="{B3FD8FF6-480B-4A7A-84ED-BFEBFA85B30A}" dt="2026-09-11T20:52:48.926" v="2440" actId="167"/>
          <ac:picMkLst>
            <pc:docMk/>
            <pc:sldMk cId="0" sldId="260"/>
            <ac:picMk id="76" creationId="{61BC14F9-550E-3109-3FE1-6E602020C35E}"/>
          </ac:picMkLst>
        </pc:picChg>
        <pc:picChg chg="add mod ord">
          <ac:chgData name="Sebastian Rodriguez Prado" userId="a6985d79-8057-427b-b774-ef994a12e227" providerId="ADAL" clId="{B3FD8FF6-480B-4A7A-84ED-BFEBFA85B30A}" dt="2026-09-11T20:55:04.662" v="2490" actId="1076"/>
          <ac:picMkLst>
            <pc:docMk/>
            <pc:sldMk cId="0" sldId="260"/>
            <ac:picMk id="78" creationId="{94D9381F-3348-7117-07AB-9CAE91D96DFA}"/>
          </ac:picMkLst>
        </pc:picChg>
        <pc:picChg chg="mod">
          <ac:chgData name="Sebastian Rodriguez Prado" userId="a6985d79-8057-427b-b774-ef994a12e227" providerId="ADAL" clId="{B3FD8FF6-480B-4A7A-84ED-BFEBFA85B30A}" dt="2026-09-11T20:53:08.171" v="2450"/>
          <ac:picMkLst>
            <pc:docMk/>
            <pc:sldMk cId="0" sldId="260"/>
            <ac:picMk id="80" creationId="{8FF7A5FA-929B-143A-FB07-0C73B5A4A7A1}"/>
          </ac:picMkLst>
        </pc:picChg>
        <pc:picChg chg="mod">
          <ac:chgData name="Sebastian Rodriguez Prado" userId="a6985d79-8057-427b-b774-ef994a12e227" providerId="ADAL" clId="{B3FD8FF6-480B-4A7A-84ED-BFEBFA85B30A}" dt="2026-09-11T20:53:08.171" v="2450"/>
          <ac:picMkLst>
            <pc:docMk/>
            <pc:sldMk cId="0" sldId="260"/>
            <ac:picMk id="81" creationId="{EAF0BAF5-9056-88F7-A50D-3E6A16B2B145}"/>
          </ac:picMkLst>
        </pc:picChg>
        <pc:picChg chg="mod">
          <ac:chgData name="Sebastian Rodriguez Prado" userId="a6985d79-8057-427b-b774-ef994a12e227" providerId="ADAL" clId="{B3FD8FF6-480B-4A7A-84ED-BFEBFA85B30A}" dt="2026-09-11T20:53:08.171" v="2450"/>
          <ac:picMkLst>
            <pc:docMk/>
            <pc:sldMk cId="0" sldId="260"/>
            <ac:picMk id="82" creationId="{9E01E26C-F4D8-AC80-30E9-8156A6F200B2}"/>
          </ac:picMkLst>
        </pc:picChg>
        <pc:picChg chg="mod">
          <ac:chgData name="Sebastian Rodriguez Prado" userId="a6985d79-8057-427b-b774-ef994a12e227" providerId="ADAL" clId="{B3FD8FF6-480B-4A7A-84ED-BFEBFA85B30A}" dt="2026-09-11T20:53:08.171" v="2450"/>
          <ac:picMkLst>
            <pc:docMk/>
            <pc:sldMk cId="0" sldId="260"/>
            <ac:picMk id="87" creationId="{6417330C-7303-823E-BE58-83B2C11D0E3D}"/>
          </ac:picMkLst>
        </pc:picChg>
        <pc:picChg chg="mod">
          <ac:chgData name="Sebastian Rodriguez Prado" userId="a6985d79-8057-427b-b774-ef994a12e227" providerId="ADAL" clId="{B3FD8FF6-480B-4A7A-84ED-BFEBFA85B30A}" dt="2026-09-11T20:53:08.171" v="2450"/>
          <ac:picMkLst>
            <pc:docMk/>
            <pc:sldMk cId="0" sldId="260"/>
            <ac:picMk id="89" creationId="{CE3DDBCE-8864-335F-FF23-27F743618106}"/>
          </ac:picMkLst>
        </pc:picChg>
        <pc:picChg chg="add mod ord">
          <ac:chgData name="Sebastian Rodriguez Prado" userId="a6985d79-8057-427b-b774-ef994a12e227" providerId="ADAL" clId="{B3FD8FF6-480B-4A7A-84ED-BFEBFA85B30A}" dt="2026-09-11T20:54:05.582" v="2479" actId="1076"/>
          <ac:picMkLst>
            <pc:docMk/>
            <pc:sldMk cId="0" sldId="260"/>
            <ac:picMk id="91" creationId="{0281FB82-3E87-503E-4AA3-890CF0C6DFE6}"/>
          </ac:picMkLst>
        </pc:picChg>
        <pc:picChg chg="add del">
          <ac:chgData name="Sebastian Rodriguez Prado" userId="a6985d79-8057-427b-b774-ef994a12e227" providerId="ADAL" clId="{B3FD8FF6-480B-4A7A-84ED-BFEBFA85B30A}" dt="2026-09-11T21:36:42.061" v="4145" actId="22"/>
          <ac:picMkLst>
            <pc:docMk/>
            <pc:sldMk cId="0" sldId="260"/>
            <ac:picMk id="93" creationId="{FF55C1BB-5893-3C28-D22C-5728882DF757}"/>
          </ac:picMkLst>
        </pc:picChg>
        <pc:picChg chg="add del">
          <ac:chgData name="Sebastian Rodriguez Prado" userId="a6985d79-8057-427b-b774-ef994a12e227" providerId="ADAL" clId="{B3FD8FF6-480B-4A7A-84ED-BFEBFA85B30A}" dt="2026-09-11T21:36:42.061" v="4145" actId="22"/>
          <ac:picMkLst>
            <pc:docMk/>
            <pc:sldMk cId="0" sldId="260"/>
            <ac:picMk id="99" creationId="{D62B1290-5A14-F298-85F3-D63DF9C32D06}"/>
          </ac:picMkLst>
        </pc:picChg>
      </pc:sldChg>
      <pc:sldChg chg="addSp delSp modSp add del mod ord">
        <pc:chgData name="Sebastian Rodriguez Prado" userId="a6985d79-8057-427b-b774-ef994a12e227" providerId="ADAL" clId="{B3FD8FF6-480B-4A7A-84ED-BFEBFA85B30A}" dt="2026-09-11T21:09:10.253" v="2976" actId="47"/>
        <pc:sldMkLst>
          <pc:docMk/>
          <pc:sldMk cId="0" sldId="261"/>
        </pc:sldMkLst>
        <pc:spChg chg="mod">
          <ac:chgData name="Sebastian Rodriguez Prado" userId="a6985d79-8057-427b-b774-ef994a12e227" providerId="ADAL" clId="{B3FD8FF6-480B-4A7A-84ED-BFEBFA85B30A}" dt="2026-09-11T21:03:57.093" v="2793" actId="164"/>
          <ac:spMkLst>
            <pc:docMk/>
            <pc:sldMk cId="0" sldId="261"/>
            <ac:spMk id="9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03:57.093" v="2793" actId="164"/>
          <ac:spMkLst>
            <pc:docMk/>
            <pc:sldMk cId="0" sldId="261"/>
            <ac:spMk id="10" creationId="{00000000-0000-0000-0000-000000000000}"/>
          </ac:spMkLst>
        </pc:spChg>
        <pc:spChg chg="del">
          <ac:chgData name="Sebastian Rodriguez Prado" userId="a6985d79-8057-427b-b774-ef994a12e227" providerId="ADAL" clId="{B3FD8FF6-480B-4A7A-84ED-BFEBFA85B30A}" dt="2026-09-11T20:35:08.200" v="2181" actId="21"/>
          <ac:spMkLst>
            <pc:docMk/>
            <pc:sldMk cId="0" sldId="261"/>
            <ac:spMk id="12" creationId="{00000000-0000-0000-0000-000000000000}"/>
          </ac:spMkLst>
        </pc:spChg>
        <pc:spChg chg="del">
          <ac:chgData name="Sebastian Rodriguez Prado" userId="a6985d79-8057-427b-b774-ef994a12e227" providerId="ADAL" clId="{B3FD8FF6-480B-4A7A-84ED-BFEBFA85B30A}" dt="2026-09-11T20:35:08.200" v="2181" actId="21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03:57.093" v="2793" actId="164"/>
          <ac:spMkLst>
            <pc:docMk/>
            <pc:sldMk cId="0" sldId="261"/>
            <ac:spMk id="14" creationId="{00000000-0000-0000-0000-000000000000}"/>
          </ac:spMkLst>
        </pc:spChg>
        <pc:spChg chg="del">
          <ac:chgData name="Sebastian Rodriguez Prado" userId="a6985d79-8057-427b-b774-ef994a12e227" providerId="ADAL" clId="{B3FD8FF6-480B-4A7A-84ED-BFEBFA85B30A}" dt="2026-09-11T20:35:08.200" v="2181" actId="21"/>
          <ac:spMkLst>
            <pc:docMk/>
            <pc:sldMk cId="0" sldId="261"/>
            <ac:spMk id="19" creationId="{00000000-0000-0000-0000-000000000000}"/>
          </ac:spMkLst>
        </pc:spChg>
        <pc:spChg chg="del">
          <ac:chgData name="Sebastian Rodriguez Prado" userId="a6985d79-8057-427b-b774-ef994a12e227" providerId="ADAL" clId="{B3FD8FF6-480B-4A7A-84ED-BFEBFA85B30A}" dt="2026-09-11T20:35:08.200" v="2181" actId="21"/>
          <ac:spMkLst>
            <pc:docMk/>
            <pc:sldMk cId="0" sldId="261"/>
            <ac:spMk id="20" creationId="{00000000-0000-0000-0000-000000000000}"/>
          </ac:spMkLst>
        </pc:spChg>
        <pc:spChg chg="del">
          <ac:chgData name="Sebastian Rodriguez Prado" userId="a6985d79-8057-427b-b774-ef994a12e227" providerId="ADAL" clId="{B3FD8FF6-480B-4A7A-84ED-BFEBFA85B30A}" dt="2026-09-11T20:35:08.200" v="2181" actId="21"/>
          <ac:spMkLst>
            <pc:docMk/>
            <pc:sldMk cId="0" sldId="261"/>
            <ac:spMk id="21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40:26.916" v="2307" actId="313"/>
          <ac:spMkLst>
            <pc:docMk/>
            <pc:sldMk cId="0" sldId="261"/>
            <ac:spMk id="23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39:04.052" v="2295" actId="2711"/>
          <ac:spMkLst>
            <pc:docMk/>
            <pc:sldMk cId="0" sldId="261"/>
            <ac:spMk id="24" creationId="{00000000-0000-0000-0000-000000000000}"/>
          </ac:spMkLst>
        </pc:spChg>
        <pc:spChg chg="add mod">
          <ac:chgData name="Sebastian Rodriguez Prado" userId="a6985d79-8057-427b-b774-ef994a12e227" providerId="ADAL" clId="{B3FD8FF6-480B-4A7A-84ED-BFEBFA85B30A}" dt="2026-09-11T20:35:02.755" v="2179" actId="164"/>
          <ac:spMkLst>
            <pc:docMk/>
            <pc:sldMk cId="0" sldId="261"/>
            <ac:spMk id="32" creationId="{685630B7-0E3D-0F53-1B64-FE83430D9390}"/>
          </ac:spMkLst>
        </pc:spChg>
        <pc:spChg chg="add mod">
          <ac:chgData name="Sebastian Rodriguez Prado" userId="a6985d79-8057-427b-b774-ef994a12e227" providerId="ADAL" clId="{B3FD8FF6-480B-4A7A-84ED-BFEBFA85B30A}" dt="2026-09-11T20:35:02.755" v="2179" actId="164"/>
          <ac:spMkLst>
            <pc:docMk/>
            <pc:sldMk cId="0" sldId="261"/>
            <ac:spMk id="34" creationId="{8D4DCF42-D3C4-9F81-8EB6-D51E85ABC274}"/>
          </ac:spMkLst>
        </pc:spChg>
        <pc:spChg chg="add mod">
          <ac:chgData name="Sebastian Rodriguez Prado" userId="a6985d79-8057-427b-b774-ef994a12e227" providerId="ADAL" clId="{B3FD8FF6-480B-4A7A-84ED-BFEBFA85B30A}" dt="2026-09-11T20:35:02.755" v="2179" actId="164"/>
          <ac:spMkLst>
            <pc:docMk/>
            <pc:sldMk cId="0" sldId="261"/>
            <ac:spMk id="38" creationId="{4D175E93-5521-7B3F-2A6F-136D2B0F04DC}"/>
          </ac:spMkLst>
        </pc:spChg>
        <pc:spChg chg="add mod">
          <ac:chgData name="Sebastian Rodriguez Prado" userId="a6985d79-8057-427b-b774-ef994a12e227" providerId="ADAL" clId="{B3FD8FF6-480B-4A7A-84ED-BFEBFA85B30A}" dt="2026-09-11T20:35:02.755" v="2179" actId="164"/>
          <ac:spMkLst>
            <pc:docMk/>
            <pc:sldMk cId="0" sldId="261"/>
            <ac:spMk id="40" creationId="{94CFAF47-40E5-1A92-5986-2F3C38DF0BD9}"/>
          </ac:spMkLst>
        </pc:spChg>
        <pc:spChg chg="mod topLvl">
          <ac:chgData name="Sebastian Rodriguez Prado" userId="a6985d79-8057-427b-b774-ef994a12e227" providerId="ADAL" clId="{B3FD8FF6-480B-4A7A-84ED-BFEBFA85B30A}" dt="2026-09-11T20:39:04.052" v="2295" actId="2711"/>
          <ac:spMkLst>
            <pc:docMk/>
            <pc:sldMk cId="0" sldId="261"/>
            <ac:spMk id="49" creationId="{685630B7-0E3D-0F53-1B64-FE83430D9390}"/>
          </ac:spMkLst>
        </pc:spChg>
        <pc:spChg chg="mod topLvl">
          <ac:chgData name="Sebastian Rodriguez Prado" userId="a6985d79-8057-427b-b774-ef994a12e227" providerId="ADAL" clId="{B3FD8FF6-480B-4A7A-84ED-BFEBFA85B30A}" dt="2026-09-11T20:39:04.052" v="2295" actId="2711"/>
          <ac:spMkLst>
            <pc:docMk/>
            <pc:sldMk cId="0" sldId="261"/>
            <ac:spMk id="50" creationId="{8D4DCF42-D3C4-9F81-8EB6-D51E85ABC274}"/>
          </ac:spMkLst>
        </pc:spChg>
        <pc:spChg chg="mod topLvl">
          <ac:chgData name="Sebastian Rodriguez Prado" userId="a6985d79-8057-427b-b774-ef994a12e227" providerId="ADAL" clId="{B3FD8FF6-480B-4A7A-84ED-BFEBFA85B30A}" dt="2026-09-11T20:39:04.052" v="2295" actId="2711"/>
          <ac:spMkLst>
            <pc:docMk/>
            <pc:sldMk cId="0" sldId="261"/>
            <ac:spMk id="52" creationId="{4D175E93-5521-7B3F-2A6F-136D2B0F04DC}"/>
          </ac:spMkLst>
        </pc:spChg>
        <pc:spChg chg="mod topLvl">
          <ac:chgData name="Sebastian Rodriguez Prado" userId="a6985d79-8057-427b-b774-ef994a12e227" providerId="ADAL" clId="{B3FD8FF6-480B-4A7A-84ED-BFEBFA85B30A}" dt="2026-09-11T20:39:04.052" v="2295" actId="2711"/>
          <ac:spMkLst>
            <pc:docMk/>
            <pc:sldMk cId="0" sldId="261"/>
            <ac:spMk id="53" creationId="{94CFAF47-40E5-1A92-5986-2F3C38DF0BD9}"/>
          </ac:spMkLst>
        </pc:spChg>
        <pc:grpChg chg="add del mod">
          <ac:chgData name="Sebastian Rodriguez Prado" userId="a6985d79-8057-427b-b774-ef994a12e227" providerId="ADAL" clId="{B3FD8FF6-480B-4A7A-84ED-BFEBFA85B30A}" dt="2026-09-11T20:36:47.263" v="2216" actId="21"/>
          <ac:grpSpMkLst>
            <pc:docMk/>
            <pc:sldMk cId="0" sldId="261"/>
            <ac:grpSpMk id="41" creationId="{12921460-248D-6419-26C8-D8C8AB3EEC89}"/>
          </ac:grpSpMkLst>
        </pc:grpChg>
        <pc:grpChg chg="add del mod">
          <ac:chgData name="Sebastian Rodriguez Prado" userId="a6985d79-8057-427b-b774-ef994a12e227" providerId="ADAL" clId="{B3FD8FF6-480B-4A7A-84ED-BFEBFA85B30A}" dt="2026-09-11T20:36:57.856" v="2219" actId="165"/>
          <ac:grpSpMkLst>
            <pc:docMk/>
            <pc:sldMk cId="0" sldId="261"/>
            <ac:grpSpMk id="46" creationId="{12921460-248D-6419-26C8-D8C8AB3EEC89}"/>
          </ac:grpSpMkLst>
        </pc:grpChg>
        <pc:grpChg chg="add del mod">
          <ac:chgData name="Sebastian Rodriguez Prado" userId="a6985d79-8057-427b-b774-ef994a12e227" providerId="ADAL" clId="{B3FD8FF6-480B-4A7A-84ED-BFEBFA85B30A}" dt="2026-09-11T21:04:16.740" v="2801" actId="21"/>
          <ac:grpSpMkLst>
            <pc:docMk/>
            <pc:sldMk cId="0" sldId="261"/>
            <ac:grpSpMk id="54" creationId="{5BF0CC39-AA38-A917-25F6-FE322F96A813}"/>
          </ac:grpSpMkLst>
        </pc:grpChg>
        <pc:picChg chg="del mod">
          <ac:chgData name="Sebastian Rodriguez Prado" userId="a6985d79-8057-427b-b774-ef994a12e227" providerId="ADAL" clId="{B3FD8FF6-480B-4A7A-84ED-BFEBFA85B30A}" dt="2026-09-11T20:27:37.434" v="2128" actId="478"/>
          <ac:picMkLst>
            <pc:docMk/>
            <pc:sldMk cId="0" sldId="261"/>
            <ac:picMk id="2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3:57.093" v="2793" actId="164"/>
          <ac:picMkLst>
            <pc:docMk/>
            <pc:sldMk cId="0" sldId="261"/>
            <ac:picMk id="3" creationId="{00000000-0000-0000-0000-000000000000}"/>
          </ac:picMkLst>
        </pc:picChg>
        <pc:picChg chg="del">
          <ac:chgData name="Sebastian Rodriguez Prado" userId="a6985d79-8057-427b-b774-ef994a12e227" providerId="ADAL" clId="{B3FD8FF6-480B-4A7A-84ED-BFEBFA85B30A}" dt="2026-09-11T20:35:08.200" v="2181" actId="21"/>
          <ac:picMkLst>
            <pc:docMk/>
            <pc:sldMk cId="0" sldId="261"/>
            <ac:picMk id="4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3:57.093" v="2793" actId="164"/>
          <ac:picMkLst>
            <pc:docMk/>
            <pc:sldMk cId="0" sldId="261"/>
            <ac:picMk id="5" creationId="{00000000-0000-0000-0000-000000000000}"/>
          </ac:picMkLst>
        </pc:picChg>
        <pc:picChg chg="del">
          <ac:chgData name="Sebastian Rodriguez Prado" userId="a6985d79-8057-427b-b774-ef994a12e227" providerId="ADAL" clId="{B3FD8FF6-480B-4A7A-84ED-BFEBFA85B30A}" dt="2026-09-11T20:35:08.200" v="2181" actId="21"/>
          <ac:picMkLst>
            <pc:docMk/>
            <pc:sldMk cId="0" sldId="261"/>
            <ac:picMk id="6" creationId="{00000000-0000-0000-0000-000000000000}"/>
          </ac:picMkLst>
        </pc:picChg>
        <pc:picChg chg="del">
          <ac:chgData name="Sebastian Rodriguez Prado" userId="a6985d79-8057-427b-b774-ef994a12e227" providerId="ADAL" clId="{B3FD8FF6-480B-4A7A-84ED-BFEBFA85B30A}" dt="2026-09-11T20:35:08.200" v="2181" actId="21"/>
          <ac:picMkLst>
            <pc:docMk/>
            <pc:sldMk cId="0" sldId="261"/>
            <ac:picMk id="7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3:57.093" v="2793" actId="164"/>
          <ac:picMkLst>
            <pc:docMk/>
            <pc:sldMk cId="0" sldId="261"/>
            <ac:picMk id="8" creationId="{00000000-0000-0000-0000-000000000000}"/>
          </ac:picMkLst>
        </pc:picChg>
        <pc:picChg chg="del">
          <ac:chgData name="Sebastian Rodriguez Prado" userId="a6985d79-8057-427b-b774-ef994a12e227" providerId="ADAL" clId="{B3FD8FF6-480B-4A7A-84ED-BFEBFA85B30A}" dt="2026-09-11T20:35:08.200" v="2181" actId="21"/>
          <ac:picMkLst>
            <pc:docMk/>
            <pc:sldMk cId="0" sldId="261"/>
            <ac:picMk id="11" creationId="{00000000-0000-0000-0000-000000000000}"/>
          </ac:picMkLst>
        </pc:picChg>
        <pc:picChg chg="del">
          <ac:chgData name="Sebastian Rodriguez Prado" userId="a6985d79-8057-427b-b774-ef994a12e227" providerId="ADAL" clId="{B3FD8FF6-480B-4A7A-84ED-BFEBFA85B30A}" dt="2026-09-11T20:27:16.304" v="2122" actId="478"/>
          <ac:picMkLst>
            <pc:docMk/>
            <pc:sldMk cId="0" sldId="261"/>
            <ac:picMk id="15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3:57.093" v="2793" actId="164"/>
          <ac:picMkLst>
            <pc:docMk/>
            <pc:sldMk cId="0" sldId="261"/>
            <ac:picMk id="16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3:57.093" v="2793" actId="164"/>
          <ac:picMkLst>
            <pc:docMk/>
            <pc:sldMk cId="0" sldId="261"/>
            <ac:picMk id="17" creationId="{00000000-0000-0000-0000-000000000000}"/>
          </ac:picMkLst>
        </pc:picChg>
        <pc:picChg chg="del">
          <ac:chgData name="Sebastian Rodriguez Prado" userId="a6985d79-8057-427b-b774-ef994a12e227" providerId="ADAL" clId="{B3FD8FF6-480B-4A7A-84ED-BFEBFA85B30A}" dt="2026-09-11T20:27:17.592" v="2123" actId="478"/>
          <ac:picMkLst>
            <pc:docMk/>
            <pc:sldMk cId="0" sldId="261"/>
            <ac:picMk id="18" creationId="{00000000-0000-0000-0000-000000000000}"/>
          </ac:picMkLst>
        </pc:picChg>
        <pc:picChg chg="del">
          <ac:chgData name="Sebastian Rodriguez Prado" userId="a6985d79-8057-427b-b774-ef994a12e227" providerId="ADAL" clId="{B3FD8FF6-480B-4A7A-84ED-BFEBFA85B30A}" dt="2026-09-11T20:35:08.200" v="2181" actId="21"/>
          <ac:picMkLst>
            <pc:docMk/>
            <pc:sldMk cId="0" sldId="261"/>
            <ac:picMk id="22" creationId="{00000000-0000-0000-0000-000000000000}"/>
          </ac:picMkLst>
        </pc:picChg>
        <pc:picChg chg="add del mod">
          <ac:chgData name="Sebastian Rodriguez Prado" userId="a6985d79-8057-427b-b774-ef994a12e227" providerId="ADAL" clId="{B3FD8FF6-480B-4A7A-84ED-BFEBFA85B30A}" dt="2026-09-11T20:36:23.958" v="2207" actId="478"/>
          <ac:picMkLst>
            <pc:docMk/>
            <pc:sldMk cId="0" sldId="261"/>
            <ac:picMk id="26" creationId="{0C12821A-E512-9E1D-0E1A-BC7C4EC7D1CF}"/>
          </ac:picMkLst>
        </pc:picChg>
        <pc:picChg chg="add mod">
          <ac:chgData name="Sebastian Rodriguez Prado" userId="a6985d79-8057-427b-b774-ef994a12e227" providerId="ADAL" clId="{B3FD8FF6-480B-4A7A-84ED-BFEBFA85B30A}" dt="2026-09-11T20:35:02.755" v="2179" actId="164"/>
          <ac:picMkLst>
            <pc:docMk/>
            <pc:sldMk cId="0" sldId="261"/>
            <ac:picMk id="28" creationId="{90A75D42-27E1-ACBA-98D7-2121CF4B85A8}"/>
          </ac:picMkLst>
        </pc:picChg>
        <pc:picChg chg="add mod">
          <ac:chgData name="Sebastian Rodriguez Prado" userId="a6985d79-8057-427b-b774-ef994a12e227" providerId="ADAL" clId="{B3FD8FF6-480B-4A7A-84ED-BFEBFA85B30A}" dt="2026-09-11T20:35:02.755" v="2179" actId="164"/>
          <ac:picMkLst>
            <pc:docMk/>
            <pc:sldMk cId="0" sldId="261"/>
            <ac:picMk id="30" creationId="{FE42B1C4-68B9-57B6-5C55-A5C2E018EE00}"/>
          </ac:picMkLst>
        </pc:picChg>
        <pc:picChg chg="add mod">
          <ac:chgData name="Sebastian Rodriguez Prado" userId="a6985d79-8057-427b-b774-ef994a12e227" providerId="ADAL" clId="{B3FD8FF6-480B-4A7A-84ED-BFEBFA85B30A}" dt="2026-09-11T20:35:02.755" v="2179" actId="164"/>
          <ac:picMkLst>
            <pc:docMk/>
            <pc:sldMk cId="0" sldId="261"/>
            <ac:picMk id="36" creationId="{86DC59AB-7308-8EE6-F117-4122C8D2767A}"/>
          </ac:picMkLst>
        </pc:picChg>
        <pc:picChg chg="add del mod">
          <ac:chgData name="Sebastian Rodriguez Prado" userId="a6985d79-8057-427b-b774-ef994a12e227" providerId="ADAL" clId="{B3FD8FF6-480B-4A7A-84ED-BFEBFA85B30A}" dt="2026-09-11T20:36:25.371" v="2208" actId="21"/>
          <ac:picMkLst>
            <pc:docMk/>
            <pc:sldMk cId="0" sldId="261"/>
            <ac:picMk id="43" creationId="{E3716A74-E4FB-EB83-DC00-2E221488C8AF}"/>
          </ac:picMkLst>
        </pc:picChg>
        <pc:picChg chg="add mod">
          <ac:chgData name="Sebastian Rodriguez Prado" userId="a6985d79-8057-427b-b774-ef994a12e227" providerId="ADAL" clId="{B3FD8FF6-480B-4A7A-84ED-BFEBFA85B30A}" dt="2026-09-11T20:36:52.565" v="2218" actId="1076"/>
          <ac:picMkLst>
            <pc:docMk/>
            <pc:sldMk cId="0" sldId="261"/>
            <ac:picMk id="45" creationId="{E4990647-E71A-969F-8F6D-4119D95DA6F4}"/>
          </ac:picMkLst>
        </pc:picChg>
        <pc:picChg chg="mod topLvl">
          <ac:chgData name="Sebastian Rodriguez Prado" userId="a6985d79-8057-427b-b774-ef994a12e227" providerId="ADAL" clId="{B3FD8FF6-480B-4A7A-84ED-BFEBFA85B30A}" dt="2026-09-11T20:36:57.856" v="2219" actId="165"/>
          <ac:picMkLst>
            <pc:docMk/>
            <pc:sldMk cId="0" sldId="261"/>
            <ac:picMk id="47" creationId="{90A75D42-27E1-ACBA-98D7-2121CF4B85A8}"/>
          </ac:picMkLst>
        </pc:picChg>
        <pc:picChg chg="mod topLvl">
          <ac:chgData name="Sebastian Rodriguez Prado" userId="a6985d79-8057-427b-b774-ef994a12e227" providerId="ADAL" clId="{B3FD8FF6-480B-4A7A-84ED-BFEBFA85B30A}" dt="2026-09-11T20:36:57.856" v="2219" actId="165"/>
          <ac:picMkLst>
            <pc:docMk/>
            <pc:sldMk cId="0" sldId="261"/>
            <ac:picMk id="48" creationId="{FE42B1C4-68B9-57B6-5C55-A5C2E018EE00}"/>
          </ac:picMkLst>
        </pc:picChg>
        <pc:picChg chg="mod topLvl">
          <ac:chgData name="Sebastian Rodriguez Prado" userId="a6985d79-8057-427b-b774-ef994a12e227" providerId="ADAL" clId="{B3FD8FF6-480B-4A7A-84ED-BFEBFA85B30A}" dt="2026-09-11T20:36:57.856" v="2219" actId="165"/>
          <ac:picMkLst>
            <pc:docMk/>
            <pc:sldMk cId="0" sldId="261"/>
            <ac:picMk id="51" creationId="{86DC59AB-7308-8EE6-F117-4122C8D2767A}"/>
          </ac:picMkLst>
        </pc:picChg>
      </pc:sldChg>
      <pc:sldChg chg="delSp modSp add del mod">
        <pc:chgData name="Sebastian Rodriguez Prado" userId="a6985d79-8057-427b-b774-ef994a12e227" providerId="ADAL" clId="{B3FD8FF6-480B-4A7A-84ED-BFEBFA85B30A}" dt="2026-09-11T21:36:47.551" v="4149" actId="47"/>
        <pc:sldMkLst>
          <pc:docMk/>
          <pc:sldMk cId="0" sldId="262"/>
        </pc:sldMkLst>
        <pc:spChg chg="mod">
          <ac:chgData name="Sebastian Rodriguez Prado" userId="a6985d79-8057-427b-b774-ef994a12e227" providerId="ADAL" clId="{B3FD8FF6-480B-4A7A-84ED-BFEBFA85B30A}" dt="2026-09-11T20:57:34.382" v="2674" actId="20577"/>
          <ac:spMkLst>
            <pc:docMk/>
            <pc:sldMk cId="0" sldId="262"/>
            <ac:spMk id="22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0:57:21.421" v="2619" actId="1076"/>
          <ac:spMkLst>
            <pc:docMk/>
            <pc:sldMk cId="0" sldId="262"/>
            <ac:spMk id="23" creationId="{00000000-0000-0000-0000-000000000000}"/>
          </ac:spMkLst>
        </pc:spChg>
        <pc:graphicFrameChg chg="del mod">
          <ac:chgData name="Sebastian Rodriguez Prado" userId="a6985d79-8057-427b-b774-ef994a12e227" providerId="ADAL" clId="{B3FD8FF6-480B-4A7A-84ED-BFEBFA85B30A}" dt="2026-09-11T21:17:03.670" v="3030" actId="21"/>
          <ac:graphicFrameMkLst>
            <pc:docMk/>
            <pc:sldMk cId="0" sldId="262"/>
            <ac:graphicFrameMk id="4" creationId="{00000000-0000-0000-0000-000000000000}"/>
          </ac:graphicFrameMkLst>
        </pc:graphicFrameChg>
        <pc:picChg chg="mod">
          <ac:chgData name="Sebastian Rodriguez Prado" userId="a6985d79-8057-427b-b774-ef994a12e227" providerId="ADAL" clId="{B3FD8FF6-480B-4A7A-84ED-BFEBFA85B30A}" dt="2026-09-11T20:41:33.474" v="2312" actId="1076"/>
          <ac:picMkLst>
            <pc:docMk/>
            <pc:sldMk cId="0" sldId="262"/>
            <ac:picMk id="3" creationId="{00000000-0000-0000-0000-000000000000}"/>
          </ac:picMkLst>
        </pc:picChg>
      </pc:sldChg>
      <pc:sldChg chg="addSp delSp modSp new mod ord">
        <pc:chgData name="Sebastian Rodriguez Prado" userId="a6985d79-8057-427b-b774-ef994a12e227" providerId="ADAL" clId="{B3FD8FF6-480B-4A7A-84ED-BFEBFA85B30A}" dt="2026-09-11T20:30:40.264" v="2175" actId="208"/>
        <pc:sldMkLst>
          <pc:docMk/>
          <pc:sldMk cId="3836488551" sldId="263"/>
        </pc:sldMkLst>
        <pc:spChg chg="add mod">
          <ac:chgData name="Sebastian Rodriguez Prado" userId="a6985d79-8057-427b-b774-ef994a12e227" providerId="ADAL" clId="{B3FD8FF6-480B-4A7A-84ED-BFEBFA85B30A}" dt="2026-09-11T20:29:56.029" v="2167" actId="207"/>
          <ac:spMkLst>
            <pc:docMk/>
            <pc:sldMk cId="3836488551" sldId="263"/>
            <ac:spMk id="7" creationId="{3FB234CF-F858-076E-CDFC-443830C4D493}"/>
          </ac:spMkLst>
        </pc:spChg>
        <pc:spChg chg="add mod">
          <ac:chgData name="Sebastian Rodriguez Prado" userId="a6985d79-8057-427b-b774-ef994a12e227" providerId="ADAL" clId="{B3FD8FF6-480B-4A7A-84ED-BFEBFA85B30A}" dt="2026-09-11T19:33:05.389" v="42" actId="113"/>
          <ac:spMkLst>
            <pc:docMk/>
            <pc:sldMk cId="3836488551" sldId="263"/>
            <ac:spMk id="11" creationId="{2CA09D9C-2ED3-2A47-6EC7-6E3B9A9DB185}"/>
          </ac:spMkLst>
        </pc:spChg>
        <pc:spChg chg="add mod">
          <ac:chgData name="Sebastian Rodriguez Prado" userId="a6985d79-8057-427b-b774-ef994a12e227" providerId="ADAL" clId="{B3FD8FF6-480B-4A7A-84ED-BFEBFA85B30A}" dt="2026-09-11T20:29:56.029" v="2167" actId="207"/>
          <ac:spMkLst>
            <pc:docMk/>
            <pc:sldMk cId="3836488551" sldId="263"/>
            <ac:spMk id="13" creationId="{9A09224E-1944-5C95-2284-FB657C1084F5}"/>
          </ac:spMkLst>
        </pc:spChg>
        <pc:spChg chg="add mod ord">
          <ac:chgData name="Sebastian Rodriguez Prado" userId="a6985d79-8057-427b-b774-ef994a12e227" providerId="ADAL" clId="{B3FD8FF6-480B-4A7A-84ED-BFEBFA85B30A}" dt="2026-09-11T20:30:01.848" v="2169" actId="1076"/>
          <ac:spMkLst>
            <pc:docMk/>
            <pc:sldMk cId="3836488551" sldId="263"/>
            <ac:spMk id="14" creationId="{EEDDC699-8DAF-E387-7B32-243172D609A0}"/>
          </ac:spMkLst>
        </pc:spChg>
        <pc:picChg chg="add del mod">
          <ac:chgData name="Sebastian Rodriguez Prado" userId="a6985d79-8057-427b-b774-ef994a12e227" providerId="ADAL" clId="{B3FD8FF6-480B-4A7A-84ED-BFEBFA85B30A}" dt="2026-09-11T20:30:18.080" v="2172" actId="478"/>
          <ac:picMkLst>
            <pc:docMk/>
            <pc:sldMk cId="3836488551" sldId="263"/>
            <ac:picMk id="3" creationId="{1B9B0E85-B5CD-B1AF-E567-334DAA6AC88C}"/>
          </ac:picMkLst>
        </pc:picChg>
        <pc:picChg chg="add del mod">
          <ac:chgData name="Sebastian Rodriguez Prado" userId="a6985d79-8057-427b-b774-ef994a12e227" providerId="ADAL" clId="{B3FD8FF6-480B-4A7A-84ED-BFEBFA85B30A}" dt="2026-09-11T19:32:57.339" v="39" actId="478"/>
          <ac:picMkLst>
            <pc:docMk/>
            <pc:sldMk cId="3836488551" sldId="263"/>
            <ac:picMk id="5" creationId="{AD96612C-C2AC-7254-5B65-3C417589CAFC}"/>
          </ac:picMkLst>
        </pc:picChg>
        <pc:picChg chg="add del">
          <ac:chgData name="Sebastian Rodriguez Prado" userId="a6985d79-8057-427b-b774-ef994a12e227" providerId="ADAL" clId="{B3FD8FF6-480B-4A7A-84ED-BFEBFA85B30A}" dt="2026-09-11T19:32:58.198" v="40" actId="478"/>
          <ac:picMkLst>
            <pc:docMk/>
            <pc:sldMk cId="3836488551" sldId="263"/>
            <ac:picMk id="9" creationId="{3108727C-DEFB-5C4B-CE8C-BDB86AFFD9B4}"/>
          </ac:picMkLst>
        </pc:picChg>
        <pc:cxnChg chg="add mod">
          <ac:chgData name="Sebastian Rodriguez Prado" userId="a6985d79-8057-427b-b774-ef994a12e227" providerId="ADAL" clId="{B3FD8FF6-480B-4A7A-84ED-BFEBFA85B30A}" dt="2026-09-11T20:30:40.264" v="2175" actId="208"/>
          <ac:cxnSpMkLst>
            <pc:docMk/>
            <pc:sldMk cId="3836488551" sldId="263"/>
            <ac:cxnSpMk id="16" creationId="{44020755-F7D5-8FA1-6A3D-7E2D4158C4B5}"/>
          </ac:cxnSpMkLst>
        </pc:cxnChg>
      </pc:sldChg>
      <pc:sldChg chg="addSp delSp modSp add mod ord">
        <pc:chgData name="Sebastian Rodriguez Prado" userId="a6985d79-8057-427b-b774-ef994a12e227" providerId="ADAL" clId="{B3FD8FF6-480B-4A7A-84ED-BFEBFA85B30A}" dt="2026-09-11T21:40:55.055" v="4205" actId="404"/>
        <pc:sldMkLst>
          <pc:docMk/>
          <pc:sldMk cId="610946609" sldId="264"/>
        </pc:sldMkLst>
        <pc:spChg chg="mod">
          <ac:chgData name="Sebastian Rodriguez Prado" userId="a6985d79-8057-427b-b774-ef994a12e227" providerId="ADAL" clId="{B3FD8FF6-480B-4A7A-84ED-BFEBFA85B30A}" dt="2026-09-11T21:39:58.702" v="4189" actId="404"/>
          <ac:spMkLst>
            <pc:docMk/>
            <pc:sldMk cId="610946609" sldId="264"/>
            <ac:spMk id="10" creationId="{C9C71912-D1CB-F6FE-B8EA-ADF6849E44D4}"/>
          </ac:spMkLst>
        </pc:spChg>
        <pc:spChg chg="mod">
          <ac:chgData name="Sebastian Rodriguez Prado" userId="a6985d79-8057-427b-b774-ef994a12e227" providerId="ADAL" clId="{B3FD8FF6-480B-4A7A-84ED-BFEBFA85B30A}" dt="2026-09-11T21:39:27.164" v="4182" actId="164"/>
          <ac:spMkLst>
            <pc:docMk/>
            <pc:sldMk cId="610946609" sldId="264"/>
            <ac:spMk id="11" creationId="{99D33459-29AD-601E-E7EB-8B4DC40CEA27}"/>
          </ac:spMkLst>
        </pc:spChg>
        <pc:spChg chg="del mod">
          <ac:chgData name="Sebastian Rodriguez Prado" userId="a6985d79-8057-427b-b774-ef994a12e227" providerId="ADAL" clId="{B3FD8FF6-480B-4A7A-84ED-BFEBFA85B30A}" dt="2026-09-11T19:40:26.174" v="78" actId="478"/>
          <ac:spMkLst>
            <pc:docMk/>
            <pc:sldMk cId="610946609" sldId="264"/>
            <ac:spMk id="13" creationId="{1FD54A5B-B3B7-10DB-C599-A82BB19C6D31}"/>
          </ac:spMkLst>
        </pc:spChg>
        <pc:spChg chg="del mod">
          <ac:chgData name="Sebastian Rodriguez Prado" userId="a6985d79-8057-427b-b774-ef994a12e227" providerId="ADAL" clId="{B3FD8FF6-480B-4A7A-84ED-BFEBFA85B30A}" dt="2026-09-11T19:40:27.599" v="80" actId="478"/>
          <ac:spMkLst>
            <pc:docMk/>
            <pc:sldMk cId="610946609" sldId="264"/>
            <ac:spMk id="14" creationId="{EDCDE91C-988F-4129-3D76-D9636B73743B}"/>
          </ac:spMkLst>
        </pc:spChg>
        <pc:spChg chg="mod">
          <ac:chgData name="Sebastian Rodriguez Prado" userId="a6985d79-8057-427b-b774-ef994a12e227" providerId="ADAL" clId="{B3FD8FF6-480B-4A7A-84ED-BFEBFA85B30A}" dt="2026-09-11T21:39:53.679" v="4188" actId="404"/>
          <ac:spMkLst>
            <pc:docMk/>
            <pc:sldMk cId="610946609" sldId="264"/>
            <ac:spMk id="16" creationId="{E12E4149-36DB-0039-D3F5-83873F18906C}"/>
          </ac:spMkLst>
        </pc:spChg>
        <pc:spChg chg="del">
          <ac:chgData name="Sebastian Rodriguez Prado" userId="a6985d79-8057-427b-b774-ef994a12e227" providerId="ADAL" clId="{B3FD8FF6-480B-4A7A-84ED-BFEBFA85B30A}" dt="2026-09-11T19:42:49.875" v="135" actId="478"/>
          <ac:spMkLst>
            <pc:docMk/>
            <pc:sldMk cId="610946609" sldId="264"/>
            <ac:spMk id="17" creationId="{FC8D1906-0426-3017-6E58-84776F8F9EF3}"/>
          </ac:spMkLst>
        </pc:spChg>
        <pc:spChg chg="del mod">
          <ac:chgData name="Sebastian Rodriguez Prado" userId="a6985d79-8057-427b-b774-ef994a12e227" providerId="ADAL" clId="{B3FD8FF6-480B-4A7A-84ED-BFEBFA85B30A}" dt="2026-09-11T19:40:32.483" v="85" actId="478"/>
          <ac:spMkLst>
            <pc:docMk/>
            <pc:sldMk cId="610946609" sldId="264"/>
            <ac:spMk id="19" creationId="{23437C1A-D3F8-2B2D-0ABC-C01A74EF0C9E}"/>
          </ac:spMkLst>
        </pc:spChg>
        <pc:spChg chg="del">
          <ac:chgData name="Sebastian Rodriguez Prado" userId="a6985d79-8057-427b-b774-ef994a12e227" providerId="ADAL" clId="{B3FD8FF6-480B-4A7A-84ED-BFEBFA85B30A}" dt="2026-09-11T19:40:34.370" v="86" actId="478"/>
          <ac:spMkLst>
            <pc:docMk/>
            <pc:sldMk cId="610946609" sldId="264"/>
            <ac:spMk id="20" creationId="{12DD25E8-ACA8-2567-3ACE-75378251D49D}"/>
          </ac:spMkLst>
        </pc:spChg>
        <pc:spChg chg="del mod">
          <ac:chgData name="Sebastian Rodriguez Prado" userId="a6985d79-8057-427b-b774-ef994a12e227" providerId="ADAL" clId="{B3FD8FF6-480B-4A7A-84ED-BFEBFA85B30A}" dt="2026-09-11T19:40:40.308" v="89" actId="478"/>
          <ac:spMkLst>
            <pc:docMk/>
            <pc:sldMk cId="610946609" sldId="264"/>
            <ac:spMk id="27" creationId="{2F491C03-C308-8484-DF63-4CB9D6E5E0F9}"/>
          </ac:spMkLst>
        </pc:spChg>
        <pc:spChg chg="del">
          <ac:chgData name="Sebastian Rodriguez Prado" userId="a6985d79-8057-427b-b774-ef994a12e227" providerId="ADAL" clId="{B3FD8FF6-480B-4A7A-84ED-BFEBFA85B30A}" dt="2026-09-11T19:40:41.698" v="90" actId="478"/>
          <ac:spMkLst>
            <pc:docMk/>
            <pc:sldMk cId="610946609" sldId="264"/>
            <ac:spMk id="28" creationId="{BE1228B2-09E1-1DB9-38F2-592B77C8C4D9}"/>
          </ac:spMkLst>
        </pc:spChg>
        <pc:spChg chg="mod">
          <ac:chgData name="Sebastian Rodriguez Prado" userId="a6985d79-8057-427b-b774-ef994a12e227" providerId="ADAL" clId="{B3FD8FF6-480B-4A7A-84ED-BFEBFA85B30A}" dt="2026-09-11T20:40:03.187" v="2303" actId="404"/>
          <ac:spMkLst>
            <pc:docMk/>
            <pc:sldMk cId="610946609" sldId="264"/>
            <ac:spMk id="29" creationId="{612F0F47-D796-2620-DFB6-14CAA882A729}"/>
          </ac:spMkLst>
        </pc:spChg>
        <pc:spChg chg="mod">
          <ac:chgData name="Sebastian Rodriguez Prado" userId="a6985d79-8057-427b-b774-ef994a12e227" providerId="ADAL" clId="{B3FD8FF6-480B-4A7A-84ED-BFEBFA85B30A}" dt="2026-09-11T19:39:39.602" v="67" actId="14100"/>
          <ac:spMkLst>
            <pc:docMk/>
            <pc:sldMk cId="610946609" sldId="264"/>
            <ac:spMk id="30" creationId="{866D180C-506B-62CC-904A-86394EBA1B9D}"/>
          </ac:spMkLst>
        </pc:spChg>
        <pc:spChg chg="add del mod">
          <ac:chgData name="Sebastian Rodriguez Prado" userId="a6985d79-8057-427b-b774-ef994a12e227" providerId="ADAL" clId="{B3FD8FF6-480B-4A7A-84ED-BFEBFA85B30A}" dt="2026-09-11T19:41:44.841" v="119" actId="767"/>
          <ac:spMkLst>
            <pc:docMk/>
            <pc:sldMk cId="610946609" sldId="264"/>
            <ac:spMk id="32" creationId="{7F61E135-715C-352A-258A-C8DB5361876B}"/>
          </ac:spMkLst>
        </pc:spChg>
        <pc:spChg chg="add del">
          <ac:chgData name="Sebastian Rodriguez Prado" userId="a6985d79-8057-427b-b774-ef994a12e227" providerId="ADAL" clId="{B3FD8FF6-480B-4A7A-84ED-BFEBFA85B30A}" dt="2026-09-11T19:41:42.829" v="116" actId="22"/>
          <ac:spMkLst>
            <pc:docMk/>
            <pc:sldMk cId="610946609" sldId="264"/>
            <ac:spMk id="34" creationId="{A18FC470-FB42-CD70-698E-4BB79C034C04}"/>
          </ac:spMkLst>
        </pc:spChg>
        <pc:spChg chg="add del">
          <ac:chgData name="Sebastian Rodriguez Prado" userId="a6985d79-8057-427b-b774-ef994a12e227" providerId="ADAL" clId="{B3FD8FF6-480B-4A7A-84ED-BFEBFA85B30A}" dt="2026-09-11T19:41:42.454" v="115" actId="22"/>
          <ac:spMkLst>
            <pc:docMk/>
            <pc:sldMk cId="610946609" sldId="264"/>
            <ac:spMk id="36" creationId="{9A4003D6-EEAD-A962-B2F3-63B8639925CC}"/>
          </ac:spMkLst>
        </pc:spChg>
        <pc:spChg chg="add mod">
          <ac:chgData name="Sebastian Rodriguez Prado" userId="a6985d79-8057-427b-b774-ef994a12e227" providerId="ADAL" clId="{B3FD8FF6-480B-4A7A-84ED-BFEBFA85B30A}" dt="2026-09-11T21:39:32.102" v="4183" actId="164"/>
          <ac:spMkLst>
            <pc:docMk/>
            <pc:sldMk cId="610946609" sldId="264"/>
            <ac:spMk id="38" creationId="{174A1428-A888-AFF5-3D75-80D1398061F0}"/>
          </ac:spMkLst>
        </pc:spChg>
        <pc:spChg chg="mod">
          <ac:chgData name="Sebastian Rodriguez Prado" userId="a6985d79-8057-427b-b774-ef994a12e227" providerId="ADAL" clId="{B3FD8FF6-480B-4A7A-84ED-BFEBFA85B30A}" dt="2026-09-11T21:40:55.055" v="4205" actId="404"/>
          <ac:spMkLst>
            <pc:docMk/>
            <pc:sldMk cId="610946609" sldId="264"/>
            <ac:spMk id="45" creationId="{8673F2C6-D7F0-6F28-1067-8E57385BBB38}"/>
          </ac:spMkLst>
        </pc:spChg>
        <pc:spChg chg="mod">
          <ac:chgData name="Sebastian Rodriguez Prado" userId="a6985d79-8057-427b-b774-ef994a12e227" providerId="ADAL" clId="{B3FD8FF6-480B-4A7A-84ED-BFEBFA85B30A}" dt="2026-09-11T21:40:40.940" v="4201" actId="403"/>
          <ac:spMkLst>
            <pc:docMk/>
            <pc:sldMk cId="610946609" sldId="264"/>
            <ac:spMk id="46" creationId="{B546D9FF-94C3-F569-415E-D808629B39C6}"/>
          </ac:spMkLst>
        </pc:spChg>
        <pc:spChg chg="mod">
          <ac:chgData name="Sebastian Rodriguez Prado" userId="a6985d79-8057-427b-b774-ef994a12e227" providerId="ADAL" clId="{B3FD8FF6-480B-4A7A-84ED-BFEBFA85B30A}" dt="2026-09-11T21:38:49.932" v="4174"/>
          <ac:spMkLst>
            <pc:docMk/>
            <pc:sldMk cId="610946609" sldId="264"/>
            <ac:spMk id="47" creationId="{7C6E440A-9C82-886E-0416-3F141921A2D5}"/>
          </ac:spMkLst>
        </pc:spChg>
        <pc:spChg chg="mod">
          <ac:chgData name="Sebastian Rodriguez Prado" userId="a6985d79-8057-427b-b774-ef994a12e227" providerId="ADAL" clId="{B3FD8FF6-480B-4A7A-84ED-BFEBFA85B30A}" dt="2026-09-11T21:38:49.932" v="4174"/>
          <ac:spMkLst>
            <pc:docMk/>
            <pc:sldMk cId="610946609" sldId="264"/>
            <ac:spMk id="48" creationId="{CFD04D96-1285-44C3-BC2C-C010EDBDC4E5}"/>
          </ac:spMkLst>
        </pc:spChg>
        <pc:spChg chg="mod">
          <ac:chgData name="Sebastian Rodriguez Prado" userId="a6985d79-8057-427b-b774-ef994a12e227" providerId="ADAL" clId="{B3FD8FF6-480B-4A7A-84ED-BFEBFA85B30A}" dt="2026-09-11T21:38:49.932" v="4174"/>
          <ac:spMkLst>
            <pc:docMk/>
            <pc:sldMk cId="610946609" sldId="264"/>
            <ac:spMk id="59" creationId="{D9A5D3E3-2D3E-9714-1031-71EC316AA024}"/>
          </ac:spMkLst>
        </pc:spChg>
        <pc:grpChg chg="add mod">
          <ac:chgData name="Sebastian Rodriguez Prado" userId="a6985d79-8057-427b-b774-ef994a12e227" providerId="ADAL" clId="{B3FD8FF6-480B-4A7A-84ED-BFEBFA85B30A}" dt="2026-09-11T21:40:02.532" v="4190" actId="1076"/>
          <ac:grpSpMkLst>
            <pc:docMk/>
            <pc:sldMk cId="610946609" sldId="264"/>
            <ac:grpSpMk id="49" creationId="{0B55EFA3-8C48-0F52-DC7B-43E4A92C5DAC}"/>
          </ac:grpSpMkLst>
        </pc:grpChg>
        <pc:grpChg chg="add mod">
          <ac:chgData name="Sebastian Rodriguez Prado" userId="a6985d79-8057-427b-b774-ef994a12e227" providerId="ADAL" clId="{B3FD8FF6-480B-4A7A-84ED-BFEBFA85B30A}" dt="2026-09-11T21:40:11.842" v="4193" actId="1076"/>
          <ac:grpSpMkLst>
            <pc:docMk/>
            <pc:sldMk cId="610946609" sldId="264"/>
            <ac:grpSpMk id="50" creationId="{0ECE65F4-5AD4-CA07-DA36-FED630A3E904}"/>
          </ac:grpSpMkLst>
        </pc:grpChg>
        <pc:grpChg chg="mod">
          <ac:chgData name="Sebastian Rodriguez Prado" userId="a6985d79-8057-427b-b774-ef994a12e227" providerId="ADAL" clId="{B3FD8FF6-480B-4A7A-84ED-BFEBFA85B30A}" dt="2026-09-11T21:40:29.902" v="4198" actId="1076"/>
          <ac:grpSpMkLst>
            <pc:docMk/>
            <pc:sldMk cId="610946609" sldId="264"/>
            <ac:grpSpMk id="70" creationId="{42E5EDF1-7DAF-A5B3-DF48-A213A77B1360}"/>
          </ac:grpSpMkLst>
        </pc:grpChg>
        <pc:picChg chg="del">
          <ac:chgData name="Sebastian Rodriguez Prado" userId="a6985d79-8057-427b-b774-ef994a12e227" providerId="ADAL" clId="{B3FD8FF6-480B-4A7A-84ED-BFEBFA85B30A}" dt="2026-09-11T19:40:24.942" v="77" actId="478"/>
          <ac:picMkLst>
            <pc:docMk/>
            <pc:sldMk cId="610946609" sldId="264"/>
            <ac:picMk id="2" creationId="{CAD9744D-49F0-E30A-6C7A-4426C99E0A7B}"/>
          </ac:picMkLst>
        </pc:picChg>
        <pc:picChg chg="del">
          <ac:chgData name="Sebastian Rodriguez Prado" userId="a6985d79-8057-427b-b774-ef994a12e227" providerId="ADAL" clId="{B3FD8FF6-480B-4A7A-84ED-BFEBFA85B30A}" dt="2026-09-11T19:40:38.778" v="87" actId="478"/>
          <ac:picMkLst>
            <pc:docMk/>
            <pc:sldMk cId="610946609" sldId="264"/>
            <ac:picMk id="3" creationId="{26A38F33-F7D7-6841-B289-397A3EFF54B9}"/>
          </ac:picMkLst>
        </pc:picChg>
        <pc:picChg chg="mod">
          <ac:chgData name="Sebastian Rodriguez Prado" userId="a6985d79-8057-427b-b774-ef994a12e227" providerId="ADAL" clId="{B3FD8FF6-480B-4A7A-84ED-BFEBFA85B30A}" dt="2026-09-11T21:39:27.164" v="4182" actId="164"/>
          <ac:picMkLst>
            <pc:docMk/>
            <pc:sldMk cId="610946609" sldId="264"/>
            <ac:picMk id="4" creationId="{FC019CE1-CBEC-3AAA-51C9-88789BD56DF9}"/>
          </ac:picMkLst>
        </pc:picChg>
        <pc:picChg chg="del">
          <ac:chgData name="Sebastian Rodriguez Prado" userId="a6985d79-8057-427b-b774-ef994a12e227" providerId="ADAL" clId="{B3FD8FF6-480B-4A7A-84ED-BFEBFA85B30A}" dt="2026-09-11T19:40:21.924" v="73" actId="478"/>
          <ac:picMkLst>
            <pc:docMk/>
            <pc:sldMk cId="610946609" sldId="264"/>
            <ac:picMk id="5" creationId="{18E43E83-0102-6EAA-CD15-AED76DA6F03D}"/>
          </ac:picMkLst>
        </pc:picChg>
        <pc:picChg chg="mod">
          <ac:chgData name="Sebastian Rodriguez Prado" userId="a6985d79-8057-427b-b774-ef994a12e227" providerId="ADAL" clId="{B3FD8FF6-480B-4A7A-84ED-BFEBFA85B30A}" dt="2026-09-11T21:39:32.102" v="4183" actId="164"/>
          <ac:picMkLst>
            <pc:docMk/>
            <pc:sldMk cId="610946609" sldId="264"/>
            <ac:picMk id="6" creationId="{7C42C715-3EEE-F4E4-5866-0223163B119B}"/>
          </ac:picMkLst>
        </pc:picChg>
        <pc:picChg chg="del">
          <ac:chgData name="Sebastian Rodriguez Prado" userId="a6985d79-8057-427b-b774-ef994a12e227" providerId="ADAL" clId="{B3FD8FF6-480B-4A7A-84ED-BFEBFA85B30A}" dt="2026-09-11T19:40:29.742" v="81" actId="478"/>
          <ac:picMkLst>
            <pc:docMk/>
            <pc:sldMk cId="610946609" sldId="264"/>
            <ac:picMk id="7" creationId="{B15DC300-71F8-704A-72DE-74737DB413D6}"/>
          </ac:picMkLst>
        </pc:picChg>
        <pc:picChg chg="del">
          <ac:chgData name="Sebastian Rodriguez Prado" userId="a6985d79-8057-427b-b774-ef994a12e227" providerId="ADAL" clId="{B3FD8FF6-480B-4A7A-84ED-BFEBFA85B30A}" dt="2026-09-11T19:40:43.407" v="92" actId="478"/>
          <ac:picMkLst>
            <pc:docMk/>
            <pc:sldMk cId="610946609" sldId="264"/>
            <ac:picMk id="8" creationId="{B4F2B94A-AAF3-E972-E14E-7C3D3FD1EB56}"/>
          </ac:picMkLst>
        </pc:picChg>
        <pc:picChg chg="mod">
          <ac:chgData name="Sebastian Rodriguez Prado" userId="a6985d79-8057-427b-b774-ef994a12e227" providerId="ADAL" clId="{B3FD8FF6-480B-4A7A-84ED-BFEBFA85B30A}" dt="2026-09-11T21:39:27.164" v="4182" actId="164"/>
          <ac:picMkLst>
            <pc:docMk/>
            <pc:sldMk cId="610946609" sldId="264"/>
            <ac:picMk id="9" creationId="{D4F5857D-453F-3947-2375-750AC8C18557}"/>
          </ac:picMkLst>
        </pc:picChg>
        <pc:picChg chg="del">
          <ac:chgData name="Sebastian Rodriguez Prado" userId="a6985d79-8057-427b-b774-ef994a12e227" providerId="ADAL" clId="{B3FD8FF6-480B-4A7A-84ED-BFEBFA85B30A}" dt="2026-09-11T19:40:23.583" v="76" actId="478"/>
          <ac:picMkLst>
            <pc:docMk/>
            <pc:sldMk cId="610946609" sldId="264"/>
            <ac:picMk id="12" creationId="{1C8A2101-E553-45B0-0EA3-1F594FAD745B}"/>
          </ac:picMkLst>
        </pc:picChg>
        <pc:picChg chg="mod">
          <ac:chgData name="Sebastian Rodriguez Prado" userId="a6985d79-8057-427b-b774-ef994a12e227" providerId="ADAL" clId="{B3FD8FF6-480B-4A7A-84ED-BFEBFA85B30A}" dt="2026-09-11T21:39:32.102" v="4183" actId="164"/>
          <ac:picMkLst>
            <pc:docMk/>
            <pc:sldMk cId="610946609" sldId="264"/>
            <ac:picMk id="15" creationId="{C81F2113-7FAD-BD2E-D4DB-3850F4CC8450}"/>
          </ac:picMkLst>
        </pc:picChg>
        <pc:picChg chg="del">
          <ac:chgData name="Sebastian Rodriguez Prado" userId="a6985d79-8057-427b-b774-ef994a12e227" providerId="ADAL" clId="{B3FD8FF6-480B-4A7A-84ED-BFEBFA85B30A}" dt="2026-09-11T19:40:30.583" v="82" actId="478"/>
          <ac:picMkLst>
            <pc:docMk/>
            <pc:sldMk cId="610946609" sldId="264"/>
            <ac:picMk id="18" creationId="{90C5881E-B4CA-2440-27AF-722002C91A9C}"/>
          </ac:picMkLst>
        </pc:picChg>
        <pc:picChg chg="del">
          <ac:chgData name="Sebastian Rodriguez Prado" userId="a6985d79-8057-427b-b774-ef994a12e227" providerId="ADAL" clId="{B3FD8FF6-480B-4A7A-84ED-BFEBFA85B30A}" dt="2026-09-11T19:40:42.456" v="91" actId="478"/>
          <ac:picMkLst>
            <pc:docMk/>
            <pc:sldMk cId="610946609" sldId="264"/>
            <ac:picMk id="21" creationId="{B8A7F753-E763-78C6-03DA-CE450415DDE1}"/>
          </ac:picMkLst>
        </pc:picChg>
        <pc:picChg chg="del">
          <ac:chgData name="Sebastian Rodriguez Prado" userId="a6985d79-8057-427b-b774-ef994a12e227" providerId="ADAL" clId="{B3FD8FF6-480B-4A7A-84ED-BFEBFA85B30A}" dt="2026-09-11T19:40:44.139" v="93" actId="478"/>
          <ac:picMkLst>
            <pc:docMk/>
            <pc:sldMk cId="610946609" sldId="264"/>
            <ac:picMk id="22" creationId="{7FE95514-6F6A-B072-3397-5C466F76DB43}"/>
          </ac:picMkLst>
        </pc:picChg>
        <pc:picChg chg="mod">
          <ac:chgData name="Sebastian Rodriguez Prado" userId="a6985d79-8057-427b-b774-ef994a12e227" providerId="ADAL" clId="{B3FD8FF6-480B-4A7A-84ED-BFEBFA85B30A}" dt="2026-09-11T21:39:27.164" v="4182" actId="164"/>
          <ac:picMkLst>
            <pc:docMk/>
            <pc:sldMk cId="610946609" sldId="264"/>
            <ac:picMk id="23" creationId="{3B1409FD-BD52-6697-BB36-C8BF43D05638}"/>
          </ac:picMkLst>
        </pc:picChg>
        <pc:picChg chg="del">
          <ac:chgData name="Sebastian Rodriguez Prado" userId="a6985d79-8057-427b-b774-ef994a12e227" providerId="ADAL" clId="{B3FD8FF6-480B-4A7A-84ED-BFEBFA85B30A}" dt="2026-09-11T19:40:22.556" v="74" actId="478"/>
          <ac:picMkLst>
            <pc:docMk/>
            <pc:sldMk cId="610946609" sldId="264"/>
            <ac:picMk id="24" creationId="{3266C518-1F04-0089-D0C1-62604CA82C76}"/>
          </ac:picMkLst>
        </pc:picChg>
        <pc:picChg chg="del mod">
          <ac:chgData name="Sebastian Rodriguez Prado" userId="a6985d79-8057-427b-b774-ef994a12e227" providerId="ADAL" clId="{B3FD8FF6-480B-4A7A-84ED-BFEBFA85B30A}" dt="2026-09-11T20:23:50.494" v="1933" actId="478"/>
          <ac:picMkLst>
            <pc:docMk/>
            <pc:sldMk cId="610946609" sldId="264"/>
            <ac:picMk id="25" creationId="{A8AF0655-427B-ACB6-6080-3FA0E78A3EEA}"/>
          </ac:picMkLst>
        </pc:picChg>
        <pc:picChg chg="del">
          <ac:chgData name="Sebastian Rodriguez Prado" userId="a6985d79-8057-427b-b774-ef994a12e227" providerId="ADAL" clId="{B3FD8FF6-480B-4A7A-84ED-BFEBFA85B30A}" dt="2026-09-11T19:40:31.207" v="83" actId="478"/>
          <ac:picMkLst>
            <pc:docMk/>
            <pc:sldMk cId="610946609" sldId="264"/>
            <ac:picMk id="26" creationId="{980A1648-A768-9069-0FFD-89E2C8F26E64}"/>
          </ac:picMkLst>
        </pc:picChg>
        <pc:picChg chg="add mod">
          <ac:chgData name="Sebastian Rodriguez Prado" userId="a6985d79-8057-427b-b774-ef994a12e227" providerId="ADAL" clId="{B3FD8FF6-480B-4A7A-84ED-BFEBFA85B30A}" dt="2026-09-11T19:41:27.879" v="106" actId="571"/>
          <ac:picMkLst>
            <pc:docMk/>
            <pc:sldMk cId="610946609" sldId="264"/>
            <ac:picMk id="31" creationId="{AEE47733-8BCE-EC8B-DCD1-94BC7408D1BD}"/>
          </ac:picMkLst>
        </pc:picChg>
        <pc:picChg chg="add del mod">
          <ac:chgData name="Sebastian Rodriguez Prado" userId="a6985d79-8057-427b-b774-ef994a12e227" providerId="ADAL" clId="{B3FD8FF6-480B-4A7A-84ED-BFEBFA85B30A}" dt="2026-09-11T21:39:32.102" v="4183" actId="164"/>
          <ac:picMkLst>
            <pc:docMk/>
            <pc:sldMk cId="610946609" sldId="264"/>
            <ac:picMk id="40" creationId="{93938078-4165-928D-2905-42469E29C62C}"/>
          </ac:picMkLst>
        </pc:picChg>
        <pc:picChg chg="add mod">
          <ac:chgData name="Sebastian Rodriguez Prado" userId="a6985d79-8057-427b-b774-ef994a12e227" providerId="ADAL" clId="{B3FD8FF6-480B-4A7A-84ED-BFEBFA85B30A}" dt="2026-09-11T21:38:49.060" v="4173" actId="571"/>
          <ac:picMkLst>
            <pc:docMk/>
            <pc:sldMk cId="610946609" sldId="264"/>
            <ac:picMk id="41" creationId="{3A89A81C-B831-1243-F737-2DDBDF62690C}"/>
          </ac:picMkLst>
        </pc:picChg>
        <pc:picChg chg="mod">
          <ac:chgData name="Sebastian Rodriguez Prado" userId="a6985d79-8057-427b-b774-ef994a12e227" providerId="ADAL" clId="{B3FD8FF6-480B-4A7A-84ED-BFEBFA85B30A}" dt="2026-09-11T21:38:49.932" v="4174"/>
          <ac:picMkLst>
            <pc:docMk/>
            <pc:sldMk cId="610946609" sldId="264"/>
            <ac:picMk id="42" creationId="{FC27F2F7-B33A-5D8A-52CC-8593E4280414}"/>
          </ac:picMkLst>
        </pc:picChg>
        <pc:picChg chg="mod">
          <ac:chgData name="Sebastian Rodriguez Prado" userId="a6985d79-8057-427b-b774-ef994a12e227" providerId="ADAL" clId="{B3FD8FF6-480B-4A7A-84ED-BFEBFA85B30A}" dt="2026-09-11T21:38:49.932" v="4174"/>
          <ac:picMkLst>
            <pc:docMk/>
            <pc:sldMk cId="610946609" sldId="264"/>
            <ac:picMk id="43" creationId="{64F0D7CC-D26F-8105-8E9D-98658FD37B10}"/>
          </ac:picMkLst>
        </pc:picChg>
        <pc:picChg chg="mod">
          <ac:chgData name="Sebastian Rodriguez Prado" userId="a6985d79-8057-427b-b774-ef994a12e227" providerId="ADAL" clId="{B3FD8FF6-480B-4A7A-84ED-BFEBFA85B30A}" dt="2026-09-11T21:40:25.952" v="4197" actId="14100"/>
          <ac:picMkLst>
            <pc:docMk/>
            <pc:sldMk cId="610946609" sldId="264"/>
            <ac:picMk id="44" creationId="{135E5F20-3979-9899-E07D-E7C2B3C746DB}"/>
          </ac:picMkLst>
        </pc:picChg>
        <pc:picChg chg="mod">
          <ac:chgData name="Sebastian Rodriguez Prado" userId="a6985d79-8057-427b-b774-ef994a12e227" providerId="ADAL" clId="{B3FD8FF6-480B-4A7A-84ED-BFEBFA85B30A}" dt="2026-09-11T21:38:49.932" v="4174"/>
          <ac:picMkLst>
            <pc:docMk/>
            <pc:sldMk cId="610946609" sldId="264"/>
            <ac:picMk id="57" creationId="{230383ED-1E88-D47A-405A-5990CA9399B5}"/>
          </ac:picMkLst>
        </pc:picChg>
        <pc:picChg chg="mod">
          <ac:chgData name="Sebastian Rodriguez Prado" userId="a6985d79-8057-427b-b774-ef994a12e227" providerId="ADAL" clId="{B3FD8FF6-480B-4A7A-84ED-BFEBFA85B30A}" dt="2026-09-11T21:38:49.932" v="4174"/>
          <ac:picMkLst>
            <pc:docMk/>
            <pc:sldMk cId="610946609" sldId="264"/>
            <ac:picMk id="61" creationId="{DFE6E357-B76F-0989-65E5-43D8E70BD0DC}"/>
          </ac:picMkLst>
        </pc:picChg>
      </pc:sldChg>
      <pc:sldChg chg="addSp delSp modSp add mod setBg">
        <pc:chgData name="Sebastian Rodriguez Prado" userId="a6985d79-8057-427b-b774-ef994a12e227" providerId="ADAL" clId="{B3FD8FF6-480B-4A7A-84ED-BFEBFA85B30A}" dt="2026-09-11T21:35:25.427" v="4138" actId="20577"/>
        <pc:sldMkLst>
          <pc:docMk/>
          <pc:sldMk cId="143751668" sldId="265"/>
        </pc:sldMkLst>
        <pc:spChg chg="del mod">
          <ac:chgData name="Sebastian Rodriguez Prado" userId="a6985d79-8057-427b-b774-ef994a12e227" providerId="ADAL" clId="{B3FD8FF6-480B-4A7A-84ED-BFEBFA85B30A}" dt="2026-09-11T20:58:44.135" v="2704" actId="478"/>
          <ac:spMkLst>
            <pc:docMk/>
            <pc:sldMk cId="143751668" sldId="265"/>
            <ac:spMk id="5" creationId="{C6C26D18-285A-D3EB-C21C-AC9B860D4807}"/>
          </ac:spMkLst>
        </pc:spChg>
        <pc:spChg chg="del">
          <ac:chgData name="Sebastian Rodriguez Prado" userId="a6985d79-8057-427b-b774-ef994a12e227" providerId="ADAL" clId="{B3FD8FF6-480B-4A7A-84ED-BFEBFA85B30A}" dt="2026-09-11T20:58:08.241" v="2688" actId="478"/>
          <ac:spMkLst>
            <pc:docMk/>
            <pc:sldMk cId="143751668" sldId="265"/>
            <ac:spMk id="6" creationId="{BAE6BD21-01C2-F7B2-F3E3-5161034B1596}"/>
          </ac:spMkLst>
        </pc:spChg>
        <pc:spChg chg="del">
          <ac:chgData name="Sebastian Rodriguez Prado" userId="a6985d79-8057-427b-b774-ef994a12e227" providerId="ADAL" clId="{B3FD8FF6-480B-4A7A-84ED-BFEBFA85B30A}" dt="2026-09-11T20:58:19.271" v="2694" actId="478"/>
          <ac:spMkLst>
            <pc:docMk/>
            <pc:sldMk cId="143751668" sldId="265"/>
            <ac:spMk id="7" creationId="{FDC5D391-FBF3-CC5C-3256-3F7B5A0765EF}"/>
          </ac:spMkLst>
        </pc:spChg>
        <pc:spChg chg="del">
          <ac:chgData name="Sebastian Rodriguez Prado" userId="a6985d79-8057-427b-b774-ef994a12e227" providerId="ADAL" clId="{B3FD8FF6-480B-4A7A-84ED-BFEBFA85B30A}" dt="2026-09-11T20:58:19.271" v="2694" actId="478"/>
          <ac:spMkLst>
            <pc:docMk/>
            <pc:sldMk cId="143751668" sldId="265"/>
            <ac:spMk id="8" creationId="{22D0D190-76A0-897F-A7D6-FCC5118A4EFC}"/>
          </ac:spMkLst>
        </pc:spChg>
        <pc:spChg chg="del">
          <ac:chgData name="Sebastian Rodriguez Prado" userId="a6985d79-8057-427b-b774-ef994a12e227" providerId="ADAL" clId="{B3FD8FF6-480B-4A7A-84ED-BFEBFA85B30A}" dt="2026-09-11T20:58:09.454" v="2689" actId="478"/>
          <ac:spMkLst>
            <pc:docMk/>
            <pc:sldMk cId="143751668" sldId="265"/>
            <ac:spMk id="10" creationId="{F35C4FBF-D02D-8269-1A51-EDF4FEC1E523}"/>
          </ac:spMkLst>
        </pc:spChg>
        <pc:spChg chg="del">
          <ac:chgData name="Sebastian Rodriguez Prado" userId="a6985d79-8057-427b-b774-ef994a12e227" providerId="ADAL" clId="{B3FD8FF6-480B-4A7A-84ED-BFEBFA85B30A}" dt="2026-09-11T20:58:19.271" v="2694" actId="478"/>
          <ac:spMkLst>
            <pc:docMk/>
            <pc:sldMk cId="143751668" sldId="265"/>
            <ac:spMk id="11" creationId="{4E093627-7D6E-833F-08C5-000D1103AA34}"/>
          </ac:spMkLst>
        </pc:spChg>
        <pc:spChg chg="del">
          <ac:chgData name="Sebastian Rodriguez Prado" userId="a6985d79-8057-427b-b774-ef994a12e227" providerId="ADAL" clId="{B3FD8FF6-480B-4A7A-84ED-BFEBFA85B30A}" dt="2026-09-11T20:58:19.271" v="2694" actId="478"/>
          <ac:spMkLst>
            <pc:docMk/>
            <pc:sldMk cId="143751668" sldId="265"/>
            <ac:spMk id="12" creationId="{56028EE0-BB65-E20C-C17A-115A58DD7693}"/>
          </ac:spMkLst>
        </pc:spChg>
        <pc:spChg chg="del">
          <ac:chgData name="Sebastian Rodriguez Prado" userId="a6985d79-8057-427b-b774-ef994a12e227" providerId="ADAL" clId="{B3FD8FF6-480B-4A7A-84ED-BFEBFA85B30A}" dt="2026-09-11T20:58:10.458" v="2690" actId="478"/>
          <ac:spMkLst>
            <pc:docMk/>
            <pc:sldMk cId="143751668" sldId="265"/>
            <ac:spMk id="13" creationId="{A7ACAB0F-EB6C-04D6-5792-B5B94B6692B0}"/>
          </ac:spMkLst>
        </pc:spChg>
        <pc:spChg chg="del">
          <ac:chgData name="Sebastian Rodriguez Prado" userId="a6985d79-8057-427b-b774-ef994a12e227" providerId="ADAL" clId="{B3FD8FF6-480B-4A7A-84ED-BFEBFA85B30A}" dt="2026-09-11T20:58:19.271" v="2694" actId="478"/>
          <ac:spMkLst>
            <pc:docMk/>
            <pc:sldMk cId="143751668" sldId="265"/>
            <ac:spMk id="14" creationId="{CD786D86-3EDB-09E1-9931-AFA11F0063E2}"/>
          </ac:spMkLst>
        </pc:spChg>
        <pc:spChg chg="del">
          <ac:chgData name="Sebastian Rodriguez Prado" userId="a6985d79-8057-427b-b774-ef994a12e227" providerId="ADAL" clId="{B3FD8FF6-480B-4A7A-84ED-BFEBFA85B30A}" dt="2026-09-11T20:58:19.271" v="2694" actId="478"/>
          <ac:spMkLst>
            <pc:docMk/>
            <pc:sldMk cId="143751668" sldId="265"/>
            <ac:spMk id="15" creationId="{3C3A7273-14F3-31A1-B17B-F6791EAB5B10}"/>
          </ac:spMkLst>
        </pc:spChg>
        <pc:spChg chg="del mod">
          <ac:chgData name="Sebastian Rodriguez Prado" userId="a6985d79-8057-427b-b774-ef994a12e227" providerId="ADAL" clId="{B3FD8FF6-480B-4A7A-84ED-BFEBFA85B30A}" dt="2026-09-11T20:57:53.534" v="2679" actId="478"/>
          <ac:spMkLst>
            <pc:docMk/>
            <pc:sldMk cId="143751668" sldId="265"/>
            <ac:spMk id="17" creationId="{C2806DBD-6812-B4B1-6B08-1C29E2EC96BA}"/>
          </ac:spMkLst>
        </pc:spChg>
        <pc:spChg chg="del">
          <ac:chgData name="Sebastian Rodriguez Prado" userId="a6985d79-8057-427b-b774-ef994a12e227" providerId="ADAL" clId="{B3FD8FF6-480B-4A7A-84ED-BFEBFA85B30A}" dt="2026-09-11T20:57:55.675" v="2681" actId="478"/>
          <ac:spMkLst>
            <pc:docMk/>
            <pc:sldMk cId="143751668" sldId="265"/>
            <ac:spMk id="19" creationId="{9C123371-C6AE-05A2-A43B-1058B350A013}"/>
          </ac:spMkLst>
        </pc:spChg>
        <pc:spChg chg="del">
          <ac:chgData name="Sebastian Rodriguez Prado" userId="a6985d79-8057-427b-b774-ef994a12e227" providerId="ADAL" clId="{B3FD8FF6-480B-4A7A-84ED-BFEBFA85B30A}" dt="2026-09-11T20:57:58.641" v="2683" actId="478"/>
          <ac:spMkLst>
            <pc:docMk/>
            <pc:sldMk cId="143751668" sldId="265"/>
            <ac:spMk id="21" creationId="{A64A5427-A923-7065-4D40-6D8625310D10}"/>
          </ac:spMkLst>
        </pc:spChg>
        <pc:spChg chg="mod">
          <ac:chgData name="Sebastian Rodriguez Prado" userId="a6985d79-8057-427b-b774-ef994a12e227" providerId="ADAL" clId="{B3FD8FF6-480B-4A7A-84ED-BFEBFA85B30A}" dt="2026-09-11T21:26:55.596" v="3353" actId="2711"/>
          <ac:spMkLst>
            <pc:docMk/>
            <pc:sldMk cId="143751668" sldId="265"/>
            <ac:spMk id="22" creationId="{E8B80EBD-235F-A428-58BE-396F3B01C1A5}"/>
          </ac:spMkLst>
        </pc:spChg>
        <pc:spChg chg="mod">
          <ac:chgData name="Sebastian Rodriguez Prado" userId="a6985d79-8057-427b-b774-ef994a12e227" providerId="ADAL" clId="{B3FD8FF6-480B-4A7A-84ED-BFEBFA85B30A}" dt="2026-09-11T21:26:55.596" v="3353" actId="2711"/>
          <ac:spMkLst>
            <pc:docMk/>
            <pc:sldMk cId="143751668" sldId="265"/>
            <ac:spMk id="23" creationId="{80E10A60-745D-62EF-47AF-6A2FC1CD4572}"/>
          </ac:spMkLst>
        </pc:spChg>
        <pc:graphicFrameChg chg="del mod modGraphic">
          <ac:chgData name="Sebastian Rodriguez Prado" userId="a6985d79-8057-427b-b774-ef994a12e227" providerId="ADAL" clId="{B3FD8FF6-480B-4A7A-84ED-BFEBFA85B30A}" dt="2026-09-11T20:58:51.229" v="2706" actId="21"/>
          <ac:graphicFrameMkLst>
            <pc:docMk/>
            <pc:sldMk cId="143751668" sldId="265"/>
            <ac:graphicFrameMk id="4" creationId="{8016A371-EDCA-A1B3-31FA-0BE720F4F0EA}"/>
          </ac:graphicFrameMkLst>
        </pc:graphicFrameChg>
        <pc:graphicFrameChg chg="add del">
          <ac:chgData name="Sebastian Rodriguez Prado" userId="a6985d79-8057-427b-b774-ef994a12e227" providerId="ADAL" clId="{B3FD8FF6-480B-4A7A-84ED-BFEBFA85B30A}" dt="2026-09-11T20:59:13.444" v="2708" actId="21"/>
          <ac:graphicFrameMkLst>
            <pc:docMk/>
            <pc:sldMk cId="143751668" sldId="265"/>
            <ac:graphicFrameMk id="25" creationId="{F60C211A-9315-0B7F-05B1-227F7B61379B}"/>
          </ac:graphicFrameMkLst>
        </pc:graphicFrameChg>
        <pc:graphicFrameChg chg="add del mod modGraphic">
          <ac:chgData name="Sebastian Rodriguez Prado" userId="a6985d79-8057-427b-b774-ef994a12e227" providerId="ADAL" clId="{B3FD8FF6-480B-4A7A-84ED-BFEBFA85B30A}" dt="2026-09-11T21:17:14.563" v="3031" actId="478"/>
          <ac:graphicFrameMkLst>
            <pc:docMk/>
            <pc:sldMk cId="143751668" sldId="265"/>
            <ac:graphicFrameMk id="26" creationId="{6BB7B307-5D8F-D929-6C62-47B915BB15FC}"/>
          </ac:graphicFrameMkLst>
        </pc:graphicFrameChg>
        <pc:graphicFrameChg chg="add mod modGraphic">
          <ac:chgData name="Sebastian Rodriguez Prado" userId="a6985d79-8057-427b-b774-ef994a12e227" providerId="ADAL" clId="{B3FD8FF6-480B-4A7A-84ED-BFEBFA85B30A}" dt="2026-09-11T21:35:25.427" v="4138" actId="20577"/>
          <ac:graphicFrameMkLst>
            <pc:docMk/>
            <pc:sldMk cId="143751668" sldId="265"/>
            <ac:graphicFrameMk id="28" creationId="{6ED97D38-4A93-B966-C2C3-F9107A6FA831}"/>
          </ac:graphicFrameMkLst>
        </pc:graphicFrameChg>
        <pc:graphicFrameChg chg="add mod">
          <ac:chgData name="Sebastian Rodriguez Prado" userId="a6985d79-8057-427b-b774-ef994a12e227" providerId="ADAL" clId="{B3FD8FF6-480B-4A7A-84ED-BFEBFA85B30A}" dt="2026-09-11T21:25:42.429" v="3231" actId="571"/>
          <ac:graphicFrameMkLst>
            <pc:docMk/>
            <pc:sldMk cId="143751668" sldId="265"/>
            <ac:graphicFrameMk id="29" creationId="{A2BEBB55-435A-D5B0-69E4-C1F818ADFE08}"/>
          </ac:graphicFrameMkLst>
        </pc:graphicFrameChg>
        <pc:picChg chg="del">
          <ac:chgData name="Sebastian Rodriguez Prado" userId="a6985d79-8057-427b-b774-ef994a12e227" providerId="ADAL" clId="{B3FD8FF6-480B-4A7A-84ED-BFEBFA85B30A}" dt="2026-09-11T20:58:05.016" v="2687" actId="478"/>
          <ac:picMkLst>
            <pc:docMk/>
            <pc:sldMk cId="143751668" sldId="265"/>
            <ac:picMk id="2" creationId="{8B01FE2F-AABF-C171-9EF6-FC3AD4642A3A}"/>
          </ac:picMkLst>
        </pc:picChg>
        <pc:picChg chg="del mod">
          <ac:chgData name="Sebastian Rodriguez Prado" userId="a6985d79-8057-427b-b774-ef994a12e227" providerId="ADAL" clId="{B3FD8FF6-480B-4A7A-84ED-BFEBFA85B30A}" dt="2026-09-11T20:58:03.074" v="2686" actId="478"/>
          <ac:picMkLst>
            <pc:docMk/>
            <pc:sldMk cId="143751668" sldId="265"/>
            <ac:picMk id="3" creationId="{2DBB8498-BA19-27B4-1D29-4294CE274E25}"/>
          </ac:picMkLst>
        </pc:picChg>
        <pc:picChg chg="del">
          <ac:chgData name="Sebastian Rodriguez Prado" userId="a6985d79-8057-427b-b774-ef994a12e227" providerId="ADAL" clId="{B3FD8FF6-480B-4A7A-84ED-BFEBFA85B30A}" dt="2026-09-11T20:58:45.866" v="2705" actId="478"/>
          <ac:picMkLst>
            <pc:docMk/>
            <pc:sldMk cId="143751668" sldId="265"/>
            <ac:picMk id="9" creationId="{30C3A2BE-B50B-B80E-FCDB-42AD4DA5FE39}"/>
          </ac:picMkLst>
        </pc:picChg>
        <pc:picChg chg="del">
          <ac:chgData name="Sebastian Rodriguez Prado" userId="a6985d79-8057-427b-b774-ef994a12e227" providerId="ADAL" clId="{B3FD8FF6-480B-4A7A-84ED-BFEBFA85B30A}" dt="2026-09-11T20:57:51.396" v="2677" actId="478"/>
          <ac:picMkLst>
            <pc:docMk/>
            <pc:sldMk cId="143751668" sldId="265"/>
            <ac:picMk id="16" creationId="{76B22B24-E307-E0B4-337A-2644D5A17C00}"/>
          </ac:picMkLst>
        </pc:picChg>
        <pc:picChg chg="del">
          <ac:chgData name="Sebastian Rodriguez Prado" userId="a6985d79-8057-427b-b774-ef994a12e227" providerId="ADAL" clId="{B3FD8FF6-480B-4A7A-84ED-BFEBFA85B30A}" dt="2026-09-11T20:57:54.475" v="2680" actId="478"/>
          <ac:picMkLst>
            <pc:docMk/>
            <pc:sldMk cId="143751668" sldId="265"/>
            <ac:picMk id="18" creationId="{B6FD173A-E128-07C7-6FD9-FF4803CEEF97}"/>
          </ac:picMkLst>
        </pc:picChg>
        <pc:picChg chg="del">
          <ac:chgData name="Sebastian Rodriguez Prado" userId="a6985d79-8057-427b-b774-ef994a12e227" providerId="ADAL" clId="{B3FD8FF6-480B-4A7A-84ED-BFEBFA85B30A}" dt="2026-09-11T20:57:56.673" v="2682" actId="478"/>
          <ac:picMkLst>
            <pc:docMk/>
            <pc:sldMk cId="143751668" sldId="265"/>
            <ac:picMk id="20" creationId="{AB990BBA-DDC9-19BA-F423-8040519044A2}"/>
          </ac:picMkLst>
        </pc:picChg>
      </pc:sldChg>
      <pc:sldChg chg="addSp delSp modSp add mod setBg">
        <pc:chgData name="Sebastian Rodriguez Prado" userId="a6985d79-8057-427b-b774-ef994a12e227" providerId="ADAL" clId="{B3FD8FF6-480B-4A7A-84ED-BFEBFA85B30A}" dt="2026-09-11T21:09:03.991" v="2975" actId="14100"/>
        <pc:sldMkLst>
          <pc:docMk/>
          <pc:sldMk cId="0" sldId="266"/>
        </pc:sldMkLst>
        <pc:spChg chg="mod">
          <ac:chgData name="Sebastian Rodriguez Prado" userId="a6985d79-8057-427b-b774-ef994a12e227" providerId="ADAL" clId="{B3FD8FF6-480B-4A7A-84ED-BFEBFA85B30A}" dt="2026-09-11T21:07:18.925" v="2911" actId="404"/>
          <ac:spMkLst>
            <pc:docMk/>
            <pc:sldMk cId="0" sldId="266"/>
            <ac:spMk id="7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07:53.850" v="2933" actId="20577"/>
          <ac:spMkLst>
            <pc:docMk/>
            <pc:sldMk cId="0" sldId="266"/>
            <ac:spMk id="9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08:26.625" v="2967" actId="404"/>
          <ac:spMkLst>
            <pc:docMk/>
            <pc:sldMk cId="0" sldId="266"/>
            <ac:spMk id="10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05:10.843" v="2864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05:05.313" v="2863" actId="404"/>
          <ac:spMkLst>
            <pc:docMk/>
            <pc:sldMk cId="0" sldId="266"/>
            <ac:spMk id="12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05:05.313" v="2863" actId="404"/>
          <ac:spMkLst>
            <pc:docMk/>
            <pc:sldMk cId="0" sldId="266"/>
            <ac:spMk id="13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08:36.245" v="2969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04:29.201" v="2853" actId="20577"/>
          <ac:spMkLst>
            <pc:docMk/>
            <pc:sldMk cId="0" sldId="266"/>
            <ac:spMk id="22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01:21.586" v="2720" actId="2711"/>
          <ac:spMkLst>
            <pc:docMk/>
            <pc:sldMk cId="0" sldId="266"/>
            <ac:spMk id="23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04:02.112" v="2796"/>
          <ac:spMkLst>
            <pc:docMk/>
            <pc:sldMk cId="0" sldId="266"/>
            <ac:spMk id="29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04:02.112" v="2796"/>
          <ac:spMkLst>
            <pc:docMk/>
            <pc:sldMk cId="0" sldId="266"/>
            <ac:spMk id="30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04:02.112" v="2796"/>
          <ac:spMkLst>
            <pc:docMk/>
            <pc:sldMk cId="0" sldId="266"/>
            <ac:spMk id="31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06:07.355" v="2886" actId="404"/>
          <ac:spMkLst>
            <pc:docMk/>
            <pc:sldMk cId="0" sldId="266"/>
            <ac:spMk id="38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06:05.003" v="2884" actId="404"/>
          <ac:spMkLst>
            <pc:docMk/>
            <pc:sldMk cId="0" sldId="266"/>
            <ac:spMk id="39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07:06.233" v="2908" actId="1076"/>
          <ac:spMkLst>
            <pc:docMk/>
            <pc:sldMk cId="0" sldId="266"/>
            <ac:spMk id="40" creationId="{00000000-0000-0000-0000-000000000000}"/>
          </ac:spMkLst>
        </pc:spChg>
        <pc:grpChg chg="add mod">
          <ac:chgData name="Sebastian Rodriguez Prado" userId="a6985d79-8057-427b-b774-ef994a12e227" providerId="ADAL" clId="{B3FD8FF6-480B-4A7A-84ED-BFEBFA85B30A}" dt="2026-09-11T21:09:03.991" v="2975" actId="14100"/>
          <ac:grpSpMkLst>
            <pc:docMk/>
            <pc:sldMk cId="0" sldId="266"/>
            <ac:grpSpMk id="24" creationId="{53E7182A-8C58-0242-E814-94E78D410CDE}"/>
          </ac:grpSpMkLst>
        </pc:grpChg>
        <pc:grpChg chg="add mod">
          <ac:chgData name="Sebastian Rodriguez Prado" userId="a6985d79-8057-427b-b774-ef994a12e227" providerId="ADAL" clId="{B3FD8FF6-480B-4A7A-84ED-BFEBFA85B30A}" dt="2026-09-11T21:08:44.510" v="2971" actId="1076"/>
          <ac:grpSpMkLst>
            <pc:docMk/>
            <pc:sldMk cId="0" sldId="266"/>
            <ac:grpSpMk id="25" creationId="{623910FD-3DC8-65B0-5BAC-9E29B2B979A0}"/>
          </ac:grpSpMkLst>
        </pc:grpChg>
        <pc:grpChg chg="add mod">
          <ac:chgData name="Sebastian Rodriguez Prado" userId="a6985d79-8057-427b-b774-ef994a12e227" providerId="ADAL" clId="{B3FD8FF6-480B-4A7A-84ED-BFEBFA85B30A}" dt="2026-09-11T21:08:58.062" v="2974" actId="14100"/>
          <ac:grpSpMkLst>
            <pc:docMk/>
            <pc:sldMk cId="0" sldId="266"/>
            <ac:grpSpMk id="34" creationId="{5BF0CC39-AA38-A917-25F6-FE322F96A813}"/>
          </ac:grpSpMkLst>
        </pc:grpChg>
        <pc:grpChg chg="add mod">
          <ac:chgData name="Sebastian Rodriguez Prado" userId="a6985d79-8057-427b-b774-ef994a12e227" providerId="ADAL" clId="{B3FD8FF6-480B-4A7A-84ED-BFEBFA85B30A}" dt="2026-09-11T21:04:12.616" v="2798" actId="1076"/>
          <ac:grpSpMkLst>
            <pc:docMk/>
            <pc:sldMk cId="0" sldId="266"/>
            <ac:grpSpMk id="54" creationId="{5BF0CC39-AA38-A917-25F6-FE322F96A813}"/>
          </ac:grpSpMkLst>
        </pc:grpChg>
        <pc:picChg chg="del mod">
          <ac:chgData name="Sebastian Rodriguez Prado" userId="a6985d79-8057-427b-b774-ef994a12e227" providerId="ADAL" clId="{B3FD8FF6-480B-4A7A-84ED-BFEBFA85B30A}" dt="2026-09-11T21:03:00.117" v="2783" actId="478"/>
          <ac:picMkLst>
            <pc:docMk/>
            <pc:sldMk cId="0" sldId="266"/>
            <ac:picMk id="2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3:27.145" v="2786" actId="164"/>
          <ac:picMkLst>
            <pc:docMk/>
            <pc:sldMk cId="0" sldId="266"/>
            <ac:picMk id="3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3:33.785" v="2787" actId="164"/>
          <ac:picMkLst>
            <pc:docMk/>
            <pc:sldMk cId="0" sldId="266"/>
            <ac:picMk id="4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8:20.605" v="2965" actId="1076"/>
          <ac:picMkLst>
            <pc:docMk/>
            <pc:sldMk cId="0" sldId="266"/>
            <ac:picMk id="5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3:27.145" v="2786" actId="164"/>
          <ac:picMkLst>
            <pc:docMk/>
            <pc:sldMk cId="0" sldId="266"/>
            <ac:picMk id="6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3:33.785" v="2787" actId="164"/>
          <ac:picMkLst>
            <pc:docMk/>
            <pc:sldMk cId="0" sldId="266"/>
            <ac:picMk id="8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8:33.246" v="2968" actId="1076"/>
          <ac:picMkLst>
            <pc:docMk/>
            <pc:sldMk cId="0" sldId="266"/>
            <ac:picMk id="15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8:33.246" v="2968" actId="1076"/>
          <ac:picMkLst>
            <pc:docMk/>
            <pc:sldMk cId="0" sldId="266"/>
            <ac:picMk id="16" creationId="{00000000-0000-0000-0000-000000000000}"/>
          </ac:picMkLst>
        </pc:picChg>
        <pc:picChg chg="del">
          <ac:chgData name="Sebastian Rodriguez Prado" userId="a6985d79-8057-427b-b774-ef994a12e227" providerId="ADAL" clId="{B3FD8FF6-480B-4A7A-84ED-BFEBFA85B30A}" dt="2026-09-11T21:00:26.265" v="2715" actId="478"/>
          <ac:picMkLst>
            <pc:docMk/>
            <pc:sldMk cId="0" sldId="266"/>
            <ac:picMk id="17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8:33.246" v="2968" actId="1076"/>
          <ac:picMkLst>
            <pc:docMk/>
            <pc:sldMk cId="0" sldId="266"/>
            <ac:picMk id="18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3:27.145" v="2786" actId="164"/>
          <ac:picMkLst>
            <pc:docMk/>
            <pc:sldMk cId="0" sldId="266"/>
            <ac:picMk id="19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3:27.145" v="2786" actId="164"/>
          <ac:picMkLst>
            <pc:docMk/>
            <pc:sldMk cId="0" sldId="266"/>
            <ac:picMk id="20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5:17.228" v="2867" actId="1076"/>
          <ac:picMkLst>
            <pc:docMk/>
            <pc:sldMk cId="0" sldId="266"/>
            <ac:picMk id="21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4:02.112" v="2796"/>
          <ac:picMkLst>
            <pc:docMk/>
            <pc:sldMk cId="0" sldId="266"/>
            <ac:picMk id="26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4:02.112" v="2796"/>
          <ac:picMkLst>
            <pc:docMk/>
            <pc:sldMk cId="0" sldId="266"/>
            <ac:picMk id="27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4:02.112" v="2796"/>
          <ac:picMkLst>
            <pc:docMk/>
            <pc:sldMk cId="0" sldId="266"/>
            <ac:picMk id="28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4:02.112" v="2796"/>
          <ac:picMkLst>
            <pc:docMk/>
            <pc:sldMk cId="0" sldId="266"/>
            <ac:picMk id="32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4:02.112" v="2796"/>
          <ac:picMkLst>
            <pc:docMk/>
            <pc:sldMk cId="0" sldId="266"/>
            <ac:picMk id="33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4:30.254" v="2854"/>
          <ac:picMkLst>
            <pc:docMk/>
            <pc:sldMk cId="0" sldId="266"/>
            <ac:picMk id="35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7:00.209" v="2906" actId="1076"/>
          <ac:picMkLst>
            <pc:docMk/>
            <pc:sldMk cId="0" sldId="266"/>
            <ac:picMk id="36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4:30.254" v="2854"/>
          <ac:picMkLst>
            <pc:docMk/>
            <pc:sldMk cId="0" sldId="266"/>
            <ac:picMk id="37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7:03.225" v="2907" actId="1076"/>
          <ac:picMkLst>
            <pc:docMk/>
            <pc:sldMk cId="0" sldId="266"/>
            <ac:picMk id="41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07:03.225" v="2907" actId="1076"/>
          <ac:picMkLst>
            <pc:docMk/>
            <pc:sldMk cId="0" sldId="266"/>
            <ac:picMk id="42" creationId="{00000000-0000-0000-0000-000000000000}"/>
          </ac:picMkLst>
        </pc:picChg>
      </pc:sldChg>
      <pc:sldChg chg="addSp delSp modSp add mod setBg">
        <pc:chgData name="Sebastian Rodriguez Prado" userId="a6985d79-8057-427b-b774-ef994a12e227" providerId="ADAL" clId="{B3FD8FF6-480B-4A7A-84ED-BFEBFA85B30A}" dt="2026-09-11T21:38:34.481" v="4168" actId="1076"/>
        <pc:sldMkLst>
          <pc:docMk/>
          <pc:sldMk cId="0" sldId="267"/>
        </pc:sldMkLst>
        <pc:spChg chg="mod">
          <ac:chgData name="Sebastian Rodriguez Prado" userId="a6985d79-8057-427b-b774-ef994a12e227" providerId="ADAL" clId="{B3FD8FF6-480B-4A7A-84ED-BFEBFA85B30A}" dt="2026-09-11T21:38:34.481" v="4168" actId="1076"/>
          <ac:spMkLst>
            <pc:docMk/>
            <pc:sldMk cId="0" sldId="267"/>
            <ac:spMk id="7" creationId="{00000000-0000-0000-0000-000000000000}"/>
          </ac:spMkLst>
        </pc:spChg>
        <pc:spChg chg="add del mod">
          <ac:chgData name="Sebastian Rodriguez Prado" userId="a6985d79-8057-427b-b774-ef994a12e227" providerId="ADAL" clId="{B3FD8FF6-480B-4A7A-84ED-BFEBFA85B30A}" dt="2026-09-11T21:38:34.481" v="4168" actId="1076"/>
          <ac:spMkLst>
            <pc:docMk/>
            <pc:sldMk cId="0" sldId="267"/>
            <ac:spMk id="9" creationId="{00000000-0000-0000-0000-000000000000}"/>
          </ac:spMkLst>
        </pc:spChg>
        <pc:spChg chg="add del mod">
          <ac:chgData name="Sebastian Rodriguez Prado" userId="a6985d79-8057-427b-b774-ef994a12e227" providerId="ADAL" clId="{B3FD8FF6-480B-4A7A-84ED-BFEBFA85B30A}" dt="2026-09-11T21:38:34.481" v="4168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38:34.481" v="4168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38:34.481" v="4168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38:34.481" v="4168" actId="107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38:34.481" v="4168" actId="107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38:26.914" v="4167" actId="1076"/>
          <ac:spMkLst>
            <pc:docMk/>
            <pc:sldMk cId="0" sldId="267"/>
            <ac:spMk id="30" creationId="{00000000-0000-0000-0000-000000000000}"/>
          </ac:spMkLst>
        </pc:spChg>
        <pc:spChg chg="mod">
          <ac:chgData name="Sebastian Rodriguez Prado" userId="a6985d79-8057-427b-b774-ef994a12e227" providerId="ADAL" clId="{B3FD8FF6-480B-4A7A-84ED-BFEBFA85B30A}" dt="2026-09-11T21:37:18.499" v="4151" actId="2711"/>
          <ac:spMkLst>
            <pc:docMk/>
            <pc:sldMk cId="0" sldId="267"/>
            <ac:spMk id="31" creationId="{00000000-0000-0000-0000-000000000000}"/>
          </ac:spMkLst>
        </pc:spChg>
        <pc:picChg chg="del">
          <ac:chgData name="Sebastian Rodriguez Prado" userId="a6985d79-8057-427b-b774-ef994a12e227" providerId="ADAL" clId="{B3FD8FF6-480B-4A7A-84ED-BFEBFA85B30A}" dt="2026-09-11T21:15:54.202" v="3028" actId="478"/>
          <ac:picMkLst>
            <pc:docMk/>
            <pc:sldMk cId="0" sldId="267"/>
            <ac:picMk id="2" creationId="{00000000-0000-0000-0000-000000000000}"/>
          </ac:picMkLst>
        </pc:picChg>
        <pc:picChg chg="add del">
          <ac:chgData name="Sebastian Rodriguez Prado" userId="a6985d79-8057-427b-b774-ef994a12e227" providerId="ADAL" clId="{B3FD8FF6-480B-4A7A-84ED-BFEBFA85B30A}" dt="2026-09-11T21:36:44.945" v="4147" actId="478"/>
          <ac:picMkLst>
            <pc:docMk/>
            <pc:sldMk cId="0" sldId="267"/>
            <ac:picMk id="4" creationId="{00000000-0000-0000-0000-000000000000}"/>
          </ac:picMkLst>
        </pc:picChg>
        <pc:picChg chg="add del">
          <ac:chgData name="Sebastian Rodriguez Prado" userId="a6985d79-8057-427b-b774-ef994a12e227" providerId="ADAL" clId="{B3FD8FF6-480B-4A7A-84ED-BFEBFA85B30A}" dt="2026-09-11T21:36:42.679" v="4146" actId="21"/>
          <ac:picMkLst>
            <pc:docMk/>
            <pc:sldMk cId="0" sldId="267"/>
            <ac:picMk id="8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37:30.305" v="4159" actId="1038"/>
          <ac:picMkLst>
            <pc:docMk/>
            <pc:sldMk cId="0" sldId="267"/>
            <ac:picMk id="17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37:30.305" v="4159" actId="1038"/>
          <ac:picMkLst>
            <pc:docMk/>
            <pc:sldMk cId="0" sldId="267"/>
            <ac:picMk id="18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37:30.305" v="4159" actId="1038"/>
          <ac:picMkLst>
            <pc:docMk/>
            <pc:sldMk cId="0" sldId="267"/>
            <ac:picMk id="19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37:30.305" v="4159" actId="1038"/>
          <ac:picMkLst>
            <pc:docMk/>
            <pc:sldMk cId="0" sldId="267"/>
            <ac:picMk id="20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38:34.481" v="4168" actId="1076"/>
          <ac:picMkLst>
            <pc:docMk/>
            <pc:sldMk cId="0" sldId="267"/>
            <ac:picMk id="21" creationId="{00000000-0000-0000-0000-000000000000}"/>
          </ac:picMkLst>
        </pc:picChg>
        <pc:picChg chg="add del">
          <ac:chgData name="Sebastian Rodriguez Prado" userId="a6985d79-8057-427b-b774-ef994a12e227" providerId="ADAL" clId="{B3FD8FF6-480B-4A7A-84ED-BFEBFA85B30A}" dt="2026-09-11T21:36:42.679" v="4146" actId="21"/>
          <ac:picMkLst>
            <pc:docMk/>
            <pc:sldMk cId="0" sldId="267"/>
            <ac:picMk id="22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38:34.481" v="4168" actId="1076"/>
          <ac:picMkLst>
            <pc:docMk/>
            <pc:sldMk cId="0" sldId="267"/>
            <ac:picMk id="24" creationId="{00000000-0000-0000-0000-000000000000}"/>
          </ac:picMkLst>
        </pc:picChg>
        <pc:picChg chg="mod">
          <ac:chgData name="Sebastian Rodriguez Prado" userId="a6985d79-8057-427b-b774-ef994a12e227" providerId="ADAL" clId="{B3FD8FF6-480B-4A7A-84ED-BFEBFA85B30A}" dt="2026-09-11T21:38:34.481" v="4168" actId="1076"/>
          <ac:picMkLst>
            <pc:docMk/>
            <pc:sldMk cId="0" sldId="267"/>
            <ac:picMk id="26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8.png"/><Relationship Id="rId1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21.png"/><Relationship Id="rId2" Type="http://schemas.openxmlformats.org/officeDocument/2006/relationships/image" Target="../media/image11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5.png"/><Relationship Id="rId5" Type="http://schemas.openxmlformats.org/officeDocument/2006/relationships/image" Target="../media/image13.png"/><Relationship Id="rId15" Type="http://schemas.openxmlformats.org/officeDocument/2006/relationships/image" Target="../media/image3.png"/><Relationship Id="rId10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2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EDDC699-8DAF-E387-7B32-243172D609A0}"/>
              </a:ext>
            </a:extLst>
          </p:cNvPr>
          <p:cNvSpPr/>
          <p:nvPr/>
        </p:nvSpPr>
        <p:spPr>
          <a:xfrm>
            <a:off x="595312" y="3365303"/>
            <a:ext cx="11001375" cy="1778198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FB234CF-F858-076E-CDFC-443830C4D493}"/>
              </a:ext>
            </a:extLst>
          </p:cNvPr>
          <p:cNvSpPr txBox="1"/>
          <p:nvPr/>
        </p:nvSpPr>
        <p:spPr>
          <a:xfrm>
            <a:off x="762000" y="4541370"/>
            <a:ext cx="288471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u="none" dirty="0" err="1">
                <a:solidFill>
                  <a:schemeClr val="bg1"/>
                </a:solidFill>
                <a:latin typeface="ITC Avant Garde Gothic" panose="020B0402020203020304" pitchFamily="34" charset="0"/>
              </a:rPr>
              <a:t>Área</a:t>
            </a:r>
            <a:r>
              <a:rPr sz="1400" b="0" i="0" u="none" dirty="0">
                <a:solidFill>
                  <a:schemeClr val="bg1"/>
                </a:solidFill>
                <a:latin typeface="ITC Avant Garde Gothic" panose="020B0402020203020304" pitchFamily="34" charset="0"/>
              </a:rPr>
              <a:t> de </a:t>
            </a:r>
            <a:r>
              <a:rPr sz="1400" b="0" i="0" u="none" dirty="0" err="1">
                <a:solidFill>
                  <a:schemeClr val="bg1"/>
                </a:solidFill>
                <a:latin typeface="ITC Avant Garde Gothic" panose="020B0402020203020304" pitchFamily="34" charset="0"/>
              </a:rPr>
              <a:t>Variedades</a:t>
            </a:r>
            <a:r>
              <a:rPr sz="1400" b="0" i="0" u="none" dirty="0">
                <a:solidFill>
                  <a:schemeClr val="bg1"/>
                </a:solidFill>
                <a:latin typeface="ITC Avant Garde Gothic" panose="020B0402020203020304" pitchFamily="34" charset="0"/>
              </a:rPr>
              <a:t> • SIVAR</a:t>
            </a: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2CA09D9C-2ED3-2A47-6EC7-6E3B9A9DB185}"/>
              </a:ext>
            </a:extLst>
          </p:cNvPr>
          <p:cNvSpPr txBox="1"/>
          <p:nvPr/>
        </p:nvSpPr>
        <p:spPr>
          <a:xfrm>
            <a:off x="762000" y="2227957"/>
            <a:ext cx="900112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 dirty="0" err="1">
                <a:solidFill>
                  <a:srgbClr val="7030A0"/>
                </a:solidFill>
                <a:latin typeface="ITC Avant Garde Gothic" panose="020B0402020203020304" pitchFamily="34" charset="0"/>
              </a:rPr>
              <a:t>Avances</a:t>
            </a:r>
            <a:r>
              <a:rPr sz="3600" b="1" i="0" u="none" dirty="0">
                <a:solidFill>
                  <a:srgbClr val="7030A0"/>
                </a:solidFill>
                <a:latin typeface="ITC Avant Garde Gothic" panose="020B0402020203020304" pitchFamily="34" charset="0"/>
              </a:rPr>
              <a:t> y </a:t>
            </a:r>
            <a:r>
              <a:rPr sz="3600" b="1" i="0" u="none" dirty="0" err="1">
                <a:solidFill>
                  <a:srgbClr val="7030A0"/>
                </a:solidFill>
                <a:latin typeface="ITC Avant Garde Gothic" panose="020B0402020203020304" pitchFamily="34" charset="0"/>
              </a:rPr>
              <a:t>Refactorización</a:t>
            </a:r>
            <a:r>
              <a:rPr sz="3600" b="1" i="0" u="none" dirty="0">
                <a:solidFill>
                  <a:srgbClr val="7030A0"/>
                </a:solidFill>
                <a:latin typeface="ITC Avant Garde Gothic" panose="020B0402020203020304" pitchFamily="34" charset="0"/>
              </a:rPr>
              <a:t> del Sistema SIVAR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A09224E-1944-5C95-2284-FB657C1084F5}"/>
              </a:ext>
            </a:extLst>
          </p:cNvPr>
          <p:cNvSpPr txBox="1"/>
          <p:nvPr/>
        </p:nvSpPr>
        <p:spPr>
          <a:xfrm>
            <a:off x="762000" y="3646095"/>
            <a:ext cx="7810500" cy="5908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O" b="0" i="0" u="none" dirty="0">
                <a:solidFill>
                  <a:schemeClr val="bg1"/>
                </a:solidFill>
                <a:latin typeface="ITC Avant Garde Gothic" panose="020B0402020203020304" pitchFamily="34" charset="0"/>
              </a:rPr>
              <a:t>L</a:t>
            </a:r>
            <a:r>
              <a:rPr b="0" i="0" u="none" dirty="0" err="1">
                <a:solidFill>
                  <a:schemeClr val="bg1"/>
                </a:solidFill>
                <a:latin typeface="ITC Avant Garde Gothic" panose="020B0402020203020304" pitchFamily="34" charset="0"/>
              </a:rPr>
              <a:t>evantamiento</a:t>
            </a:r>
            <a:r>
              <a:rPr b="0" i="0" u="none" dirty="0">
                <a:solidFill>
                  <a:schemeClr val="bg1"/>
                </a:solidFill>
                <a:latin typeface="ITC Avant Garde Gothic" panose="020B0402020203020304" pitchFamily="34" charset="0"/>
              </a:rPr>
              <a:t> de </a:t>
            </a:r>
            <a:r>
              <a:rPr b="0" i="0" u="none" dirty="0" err="1">
                <a:solidFill>
                  <a:schemeClr val="bg1"/>
                </a:solidFill>
                <a:latin typeface="ITC Avant Garde Gothic" panose="020B0402020203020304" pitchFamily="34" charset="0"/>
              </a:rPr>
              <a:t>Historias</a:t>
            </a:r>
            <a:r>
              <a:rPr b="0" i="0" u="none" dirty="0">
                <a:solidFill>
                  <a:schemeClr val="bg1"/>
                </a:solidFill>
                <a:latin typeface="ITC Avant Garde Gothic" panose="020B0402020203020304" pitchFamily="34" charset="0"/>
              </a:rPr>
              <a:t> de </a:t>
            </a:r>
            <a:r>
              <a:rPr b="0" i="0" u="none" dirty="0" err="1">
                <a:solidFill>
                  <a:schemeClr val="bg1"/>
                </a:solidFill>
                <a:latin typeface="ITC Avant Garde Gothic" panose="020B0402020203020304" pitchFamily="34" charset="0"/>
              </a:rPr>
              <a:t>Usuario</a:t>
            </a:r>
            <a:r>
              <a:rPr b="0" i="0" u="none" dirty="0">
                <a:solidFill>
                  <a:schemeClr val="bg1"/>
                </a:solidFill>
                <a:latin typeface="ITC Avant Garde Gothic" panose="020B0402020203020304" pitchFamily="34" charset="0"/>
              </a:rPr>
              <a:t>, </a:t>
            </a:r>
            <a:r>
              <a:rPr b="0" i="0" u="none" dirty="0" err="1">
                <a:solidFill>
                  <a:schemeClr val="bg1"/>
                </a:solidFill>
                <a:latin typeface="ITC Avant Garde Gothic" panose="020B0402020203020304" pitchFamily="34" charset="0"/>
              </a:rPr>
              <a:t>optimización</a:t>
            </a:r>
            <a:r>
              <a:rPr b="0" i="0" u="none" dirty="0">
                <a:solidFill>
                  <a:schemeClr val="bg1"/>
                </a:solidFill>
                <a:latin typeface="ITC Avant Garde Gothic" panose="020B0402020203020304" pitchFamily="34" charset="0"/>
              </a:rPr>
              <a:t> </a:t>
            </a:r>
            <a:r>
              <a:rPr b="0" i="0" u="none" dirty="0" err="1">
                <a:solidFill>
                  <a:schemeClr val="bg1"/>
                </a:solidFill>
                <a:latin typeface="ITC Avant Garde Gothic" panose="020B0402020203020304" pitchFamily="34" charset="0"/>
              </a:rPr>
              <a:t>técnica</a:t>
            </a:r>
            <a:r>
              <a:rPr b="0" i="0" u="none" dirty="0">
                <a:solidFill>
                  <a:schemeClr val="bg1"/>
                </a:solidFill>
                <a:latin typeface="ITC Avant Garde Gothic" panose="020B0402020203020304" pitchFamily="34" charset="0"/>
              </a:rPr>
              <a:t> y </a:t>
            </a:r>
            <a:r>
              <a:rPr b="0" i="0" u="none" dirty="0" err="1">
                <a:solidFill>
                  <a:schemeClr val="bg1"/>
                </a:solidFill>
                <a:latin typeface="ITC Avant Garde Gothic" panose="020B0402020203020304" pitchFamily="34" charset="0"/>
              </a:rPr>
              <a:t>sincronización</a:t>
            </a:r>
            <a:r>
              <a:rPr b="0" i="0" u="none" dirty="0">
                <a:solidFill>
                  <a:schemeClr val="bg1"/>
                </a:solidFill>
                <a:latin typeface="ITC Avant Garde Gothic" panose="020B0402020203020304" pitchFamily="34" charset="0"/>
              </a:rPr>
              <a:t> con el </a:t>
            </a:r>
            <a:r>
              <a:rPr b="0" i="0" u="none" dirty="0" err="1">
                <a:solidFill>
                  <a:schemeClr val="bg1"/>
                </a:solidFill>
                <a:latin typeface="ITC Avant Garde Gothic" panose="020B0402020203020304" pitchFamily="34" charset="0"/>
              </a:rPr>
              <a:t>equipo</a:t>
            </a:r>
            <a:r>
              <a:rPr b="0" i="0" u="none" dirty="0">
                <a:solidFill>
                  <a:schemeClr val="bg1"/>
                </a:solidFill>
                <a:latin typeface="ITC Avant Garde Gothic" panose="020B0402020203020304" pitchFamily="34" charset="0"/>
              </a:rPr>
              <a:t> SETI.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4020755-F7D5-8FA1-6A3D-7E2D4158C4B5}"/>
              </a:ext>
            </a:extLst>
          </p:cNvPr>
          <p:cNvCxnSpPr/>
          <p:nvPr/>
        </p:nvCxnSpPr>
        <p:spPr>
          <a:xfrm>
            <a:off x="762000" y="4410075"/>
            <a:ext cx="105537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48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C07E85-9A11-FD50-BC99-26D02F69B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upo 48">
            <a:extLst>
              <a:ext uri="{FF2B5EF4-FFF2-40B4-BE49-F238E27FC236}">
                <a16:creationId xmlns:a16="http://schemas.microsoft.com/office/drawing/2014/main" id="{0B55EFA3-8C48-0F52-DC7B-43E4A92C5DAC}"/>
              </a:ext>
            </a:extLst>
          </p:cNvPr>
          <p:cNvGrpSpPr/>
          <p:nvPr/>
        </p:nvGrpSpPr>
        <p:grpSpPr>
          <a:xfrm>
            <a:off x="353709" y="1480821"/>
            <a:ext cx="3710318" cy="2721731"/>
            <a:chOff x="353709" y="1504881"/>
            <a:chExt cx="3811383" cy="2952504"/>
          </a:xfrm>
        </p:grpSpPr>
        <p:pic>
          <p:nvPicPr>
            <p:cNvPr id="4" name="Picture 3" descr="image.png">
              <a:extLst>
                <a:ext uri="{FF2B5EF4-FFF2-40B4-BE49-F238E27FC236}">
                  <a16:creationId xmlns:a16="http://schemas.microsoft.com/office/drawing/2014/main" id="{FC019CE1-CBEC-3AAA-51C9-88789BD56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3709" y="1504881"/>
              <a:ext cx="3811383" cy="2952504"/>
            </a:xfrm>
            <a:prstGeom prst="rect">
              <a:avLst/>
            </a:prstGeom>
          </p:spPr>
        </p:pic>
        <p:pic>
          <p:nvPicPr>
            <p:cNvPr id="9" name="Picture 8" descr="image.png">
              <a:extLst>
                <a:ext uri="{FF2B5EF4-FFF2-40B4-BE49-F238E27FC236}">
                  <a16:creationId xmlns:a16="http://schemas.microsoft.com/office/drawing/2014/main" id="{D4F5857D-453F-3947-2375-750AC8C18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2869" y="1831930"/>
              <a:ext cx="419100" cy="4191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9C71912-D1CB-F6FE-B8EA-ADF6849E44D4}"/>
                </a:ext>
              </a:extLst>
            </p:cNvPr>
            <p:cNvSpPr txBox="1"/>
            <p:nvPr/>
          </p:nvSpPr>
          <p:spPr>
            <a:xfrm>
              <a:off x="1206492" y="1946230"/>
              <a:ext cx="2293915" cy="2769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r>
                <a:rPr lang="es-CO" sz="1600" b="1" dirty="0">
                  <a:latin typeface="ITC Avant Garde Gothic" panose="020B0402020203020304" pitchFamily="34" charset="0"/>
                </a:rPr>
                <a:t>Módulos Trabajados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9D33459-29AD-601E-E7EB-8B4DC40CEA27}"/>
                </a:ext>
              </a:extLst>
            </p:cNvPr>
            <p:cNvSpPr txBox="1"/>
            <p:nvPr/>
          </p:nvSpPr>
          <p:spPr>
            <a:xfrm>
              <a:off x="604628" y="2426119"/>
              <a:ext cx="3309544" cy="180049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lvl="0"/>
              <a:r>
                <a:rPr lang="es-CO" sz="1200" dirty="0">
                  <a:latin typeface="ITC Avant Garde Gothic" panose="020B0402020203020304" pitchFamily="34" charset="0"/>
                </a:rPr>
                <a:t>El desarrollo, construcción y optimización se han enfocado en los módulos principales del sistema como lo son: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s-CO" sz="1200" dirty="0">
                  <a:latin typeface="ITC Avant Garde Gothic" panose="020B0402020203020304" pitchFamily="34" charset="0"/>
                </a:rPr>
                <a:t>Floración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s-CO" sz="1200" dirty="0">
                  <a:latin typeface="ITC Avant Garde Gothic" panose="020B0402020203020304" pitchFamily="34" charset="0"/>
                </a:rPr>
                <a:t>Siembra Campo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s-CO" sz="1200" dirty="0">
                  <a:latin typeface="ITC Avant Garde Gothic" panose="020B0402020203020304" pitchFamily="34" charset="0"/>
                </a:rPr>
                <a:t>Cruzamientos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s-CO" sz="1200" dirty="0">
                  <a:latin typeface="ITC Avant Garde Gothic" panose="020B0402020203020304" pitchFamily="34" charset="0"/>
                </a:rPr>
                <a:t>Experimentos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s-CO" sz="1200" dirty="0">
                  <a:latin typeface="ITC Avant Garde Gothic" panose="020B0402020203020304" pitchFamily="34" charset="0"/>
                </a:rPr>
                <a:t>Libros de Campo</a:t>
              </a:r>
            </a:p>
            <a:p>
              <a:pPr lvl="0"/>
              <a:br>
                <a:rPr lang="es-CO" sz="1050" dirty="0"/>
              </a:br>
              <a:endParaRPr lang="es-CO" sz="1050" dirty="0">
                <a:latin typeface="ITC Avant Garde Gothic" panose="020B0402020203020304" pitchFamily="34" charset="0"/>
              </a:endParaRPr>
            </a:p>
          </p:txBody>
        </p:sp>
        <p:pic>
          <p:nvPicPr>
            <p:cNvPr id="23" name="Picture 22" descr="image.png">
              <a:extLst>
                <a:ext uri="{FF2B5EF4-FFF2-40B4-BE49-F238E27FC236}">
                  <a16:creationId xmlns:a16="http://schemas.microsoft.com/office/drawing/2014/main" id="{3B1409FD-BD52-6697-BB36-C8BF43D05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7169" y="1946230"/>
              <a:ext cx="190500" cy="190500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12F0F47-D796-2620-DFB6-14CAA882A729}"/>
              </a:ext>
            </a:extLst>
          </p:cNvPr>
          <p:cNvSpPr txBox="1"/>
          <p:nvPr/>
        </p:nvSpPr>
        <p:spPr>
          <a:xfrm>
            <a:off x="590550" y="480595"/>
            <a:ext cx="116014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s-CO" sz="2000" b="1" dirty="0">
                <a:solidFill>
                  <a:srgbClr val="7030A0"/>
                </a:solidFill>
                <a:latin typeface="ITC Avant Garde Gothic" panose="020B0402020203020304" pitchFamily="34" charset="0"/>
              </a:rPr>
              <a:t>¿Qué se ha hecho? y Módulos de Trabajo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66D180C-506B-62CC-904A-86394EBA1B9D}"/>
              </a:ext>
            </a:extLst>
          </p:cNvPr>
          <p:cNvSpPr/>
          <p:nvPr/>
        </p:nvSpPr>
        <p:spPr>
          <a:xfrm>
            <a:off x="472440" y="449818"/>
            <a:ext cx="57150" cy="369332"/>
          </a:xfrm>
          <a:prstGeom prst="roundRect">
            <a:avLst>
              <a:gd name="adj" fmla="val 50000"/>
            </a:avLst>
          </a:prstGeom>
          <a:solidFill>
            <a:srgbClr val="54B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0ECE65F4-5AD4-CA07-DA36-FED630A3E904}"/>
              </a:ext>
            </a:extLst>
          </p:cNvPr>
          <p:cNvGrpSpPr/>
          <p:nvPr/>
        </p:nvGrpSpPr>
        <p:grpSpPr>
          <a:xfrm>
            <a:off x="4220267" y="1489942"/>
            <a:ext cx="3751465" cy="2703488"/>
            <a:chOff x="4652461" y="1546601"/>
            <a:chExt cx="3811383" cy="2952504"/>
          </a:xfrm>
        </p:grpSpPr>
        <p:pic>
          <p:nvPicPr>
            <p:cNvPr id="6" name="Picture 5" descr="image.png">
              <a:extLst>
                <a:ext uri="{FF2B5EF4-FFF2-40B4-BE49-F238E27FC236}">
                  <a16:creationId xmlns:a16="http://schemas.microsoft.com/office/drawing/2014/main" id="{7C42C715-3EEE-F4E4-5866-0223163B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52461" y="1546601"/>
              <a:ext cx="3811383" cy="2952504"/>
            </a:xfrm>
            <a:prstGeom prst="rect">
              <a:avLst/>
            </a:prstGeom>
          </p:spPr>
        </p:pic>
        <p:pic>
          <p:nvPicPr>
            <p:cNvPr id="15" name="Picture 14" descr="image.png">
              <a:extLst>
                <a:ext uri="{FF2B5EF4-FFF2-40B4-BE49-F238E27FC236}">
                  <a16:creationId xmlns:a16="http://schemas.microsoft.com/office/drawing/2014/main" id="{C81F2113-7FAD-BD2E-D4DB-3850F4CC8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56984" y="1778399"/>
              <a:ext cx="419100" cy="4191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12E4149-36DB-0039-D3F5-83873F18906C}"/>
                </a:ext>
              </a:extLst>
            </p:cNvPr>
            <p:cNvSpPr txBox="1"/>
            <p:nvPr/>
          </p:nvSpPr>
          <p:spPr>
            <a:xfrm>
              <a:off x="5433011" y="1868780"/>
              <a:ext cx="2777726" cy="28141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r>
                <a:rPr lang="es-CO" sz="1600" b="1" dirty="0"/>
                <a:t>Calidad, Refactorización y UI</a:t>
              </a:r>
            </a:p>
          </p:txBody>
        </p:sp>
        <p:sp>
          <p:nvSpPr>
            <p:cNvPr id="38" name="TextBox 10">
              <a:extLst>
                <a:ext uri="{FF2B5EF4-FFF2-40B4-BE49-F238E27FC236}">
                  <a16:creationId xmlns:a16="http://schemas.microsoft.com/office/drawing/2014/main" id="{174A1428-A888-AFF5-3D75-80D1398061F0}"/>
                </a:ext>
              </a:extLst>
            </p:cNvPr>
            <p:cNvSpPr txBox="1"/>
            <p:nvPr/>
          </p:nvSpPr>
          <p:spPr>
            <a:xfrm>
              <a:off x="4980809" y="2467838"/>
              <a:ext cx="3309544" cy="166199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s-CO" sz="1200" dirty="0">
                  <a:latin typeface="ITC Avant Garde Gothic" panose="020B0402020203020304" pitchFamily="34" charset="0"/>
                </a:rPr>
                <a:t>Refactorización de código técnico para corregir errores de lógica y deuda técnica acumulada.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s-CO" sz="1200" dirty="0">
                  <a:latin typeface="ITC Avant Garde Gothic" panose="020B0402020203020304" pitchFamily="34" charset="0"/>
                </a:rPr>
                <a:t>Pruebas y validación de la </a:t>
              </a:r>
              <a:r>
                <a:rPr lang="es-CO" sz="1200" b="1" dirty="0">
                  <a:latin typeface="ITC Avant Garde Gothic" panose="020B0402020203020304" pitchFamily="34" charset="0"/>
                </a:rPr>
                <a:t>lógica anterior</a:t>
              </a:r>
              <a:r>
                <a:rPr lang="es-CO" sz="1200" dirty="0">
                  <a:latin typeface="ITC Avant Garde Gothic" panose="020B0402020203020304" pitchFamily="34" charset="0"/>
                </a:rPr>
                <a:t> en Libros de Campo y Experimentos.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s-CO" sz="1200" dirty="0">
                  <a:latin typeface="ITC Avant Garde Gothic" panose="020B0402020203020304" pitchFamily="34" charset="0"/>
                </a:rPr>
                <a:t>Implementación de </a:t>
              </a:r>
              <a:r>
                <a:rPr lang="es-CO" sz="1200" b="1" dirty="0">
                  <a:latin typeface="ITC Avant Garde Gothic" panose="020B0402020203020304" pitchFamily="34" charset="0"/>
                </a:rPr>
                <a:t>Mejoras de Interfaz de Usuario (UI)</a:t>
              </a:r>
              <a:r>
                <a:rPr lang="es-CO" sz="1200" dirty="0">
                  <a:latin typeface="ITC Avant Garde Gothic" panose="020B0402020203020304" pitchFamily="34" charset="0"/>
                </a:rPr>
                <a:t> para potenciar la usabilidad y experiencia final.</a:t>
              </a:r>
            </a:p>
          </p:txBody>
        </p:sp>
        <p:pic>
          <p:nvPicPr>
            <p:cNvPr id="40" name="Picture 25" descr="image.png">
              <a:extLst>
                <a:ext uri="{FF2B5EF4-FFF2-40B4-BE49-F238E27FC236}">
                  <a16:creationId xmlns:a16="http://schemas.microsoft.com/office/drawing/2014/main" id="{93938078-4165-928D-2905-42469E29C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956996" y="1911969"/>
              <a:ext cx="219075" cy="190500"/>
            </a:xfrm>
            <a:prstGeom prst="rect">
              <a:avLst/>
            </a:prstGeom>
          </p:spPr>
        </p:pic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42E5EDF1-7DAF-A5B3-DF48-A213A77B1360}"/>
              </a:ext>
            </a:extLst>
          </p:cNvPr>
          <p:cNvGrpSpPr/>
          <p:nvPr/>
        </p:nvGrpSpPr>
        <p:grpSpPr>
          <a:xfrm>
            <a:off x="8173040" y="1538410"/>
            <a:ext cx="3734345" cy="2664142"/>
            <a:chOff x="1521449" y="2971799"/>
            <a:chExt cx="3786189" cy="2219326"/>
          </a:xfrm>
        </p:grpSpPr>
        <p:pic>
          <p:nvPicPr>
            <p:cNvPr id="42" name="Picture 3" descr="image.png">
              <a:extLst>
                <a:ext uri="{FF2B5EF4-FFF2-40B4-BE49-F238E27FC236}">
                  <a16:creationId xmlns:a16="http://schemas.microsoft.com/office/drawing/2014/main" id="{FC27F2F7-B33A-5D8A-52CC-8593E4280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21449" y="2971799"/>
              <a:ext cx="3779558" cy="2219326"/>
            </a:xfrm>
            <a:prstGeom prst="rect">
              <a:avLst/>
            </a:prstGeom>
          </p:spPr>
        </p:pic>
        <p:pic>
          <p:nvPicPr>
            <p:cNvPr id="43" name="Picture 5" descr="image.png">
              <a:extLst>
                <a:ext uri="{FF2B5EF4-FFF2-40B4-BE49-F238E27FC236}">
                  <a16:creationId xmlns:a16="http://schemas.microsoft.com/office/drawing/2014/main" id="{64F0D7CC-D26F-8105-8E9D-98658FD37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97498" y="4383122"/>
              <a:ext cx="1335774" cy="606667"/>
            </a:xfrm>
            <a:prstGeom prst="rect">
              <a:avLst/>
            </a:prstGeom>
          </p:spPr>
        </p:pic>
        <p:pic>
          <p:nvPicPr>
            <p:cNvPr id="44" name="Picture 10" descr="image.png">
              <a:extLst>
                <a:ext uri="{FF2B5EF4-FFF2-40B4-BE49-F238E27FC236}">
                  <a16:creationId xmlns:a16="http://schemas.microsoft.com/office/drawing/2014/main" id="{135E5F20-3979-9899-E07D-E7C2B3C74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687218" y="3179506"/>
              <a:ext cx="1460402" cy="222335"/>
            </a:xfrm>
            <a:prstGeom prst="rect">
              <a:avLst/>
            </a:prstGeom>
          </p:spPr>
        </p:pic>
        <p:sp>
          <p:nvSpPr>
            <p:cNvPr id="45" name="TextBox 11">
              <a:extLst>
                <a:ext uri="{FF2B5EF4-FFF2-40B4-BE49-F238E27FC236}">
                  <a16:creationId xmlns:a16="http://schemas.microsoft.com/office/drawing/2014/main" id="{8673F2C6-D7F0-6F28-1067-8E57385BBB38}"/>
                </a:ext>
              </a:extLst>
            </p:cNvPr>
            <p:cNvSpPr txBox="1"/>
            <p:nvPr/>
          </p:nvSpPr>
          <p:spPr>
            <a:xfrm>
              <a:off x="1687220" y="3459376"/>
              <a:ext cx="3620418" cy="17947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00" b="1" i="0" u="none" dirty="0" err="1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Avances</a:t>
              </a:r>
              <a:r>
                <a:rPr sz="1400" b="1" i="0" u="none" dirty="0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 e </a:t>
              </a:r>
              <a:r>
                <a:rPr sz="1400" b="1" i="0" u="none" dirty="0" err="1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Incrementos</a:t>
              </a:r>
              <a:r>
                <a:rPr sz="1400" b="1" i="0" u="none" dirty="0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1400" b="1" i="0" u="none" dirty="0" err="1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en</a:t>
              </a:r>
              <a:r>
                <a:rPr sz="1400" b="1" i="0" u="none" dirty="0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 UI</a:t>
              </a:r>
            </a:p>
          </p:txBody>
        </p:sp>
        <p:sp>
          <p:nvSpPr>
            <p:cNvPr id="46" name="TextBox 12">
              <a:extLst>
                <a:ext uri="{FF2B5EF4-FFF2-40B4-BE49-F238E27FC236}">
                  <a16:creationId xmlns:a16="http://schemas.microsoft.com/office/drawing/2014/main" id="{B546D9FF-94C3-F569-415E-D808629B39C6}"/>
                </a:ext>
              </a:extLst>
            </p:cNvPr>
            <p:cNvSpPr txBox="1"/>
            <p:nvPr/>
          </p:nvSpPr>
          <p:spPr>
            <a:xfrm>
              <a:off x="1687219" y="3687363"/>
              <a:ext cx="3448017" cy="3468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2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Implementación</a:t>
              </a:r>
              <a:r>
                <a:rPr sz="12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de </a:t>
              </a:r>
              <a:r>
                <a:rPr sz="12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mejoras</a:t>
              </a:r>
              <a:r>
                <a:rPr sz="12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12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visuales</a:t>
              </a:r>
              <a:r>
                <a:rPr sz="12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para </a:t>
              </a:r>
              <a:r>
                <a:rPr sz="12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ofrecer</a:t>
              </a:r>
              <a:r>
                <a:rPr sz="12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un </a:t>
              </a:r>
              <a:r>
                <a:rPr sz="12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diseño</a:t>
              </a:r>
              <a:r>
                <a:rPr sz="12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12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más</a:t>
              </a:r>
              <a:r>
                <a:rPr sz="12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12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intuitivo</a:t>
              </a:r>
              <a:r>
                <a:rPr sz="12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y </a:t>
              </a:r>
              <a:r>
                <a:rPr sz="12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eficiente</a:t>
              </a:r>
              <a:r>
                <a:rPr sz="12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.</a:t>
              </a:r>
            </a:p>
          </p:txBody>
        </p:sp>
        <p:sp>
          <p:nvSpPr>
            <p:cNvPr id="47" name="TextBox 18">
              <a:extLst>
                <a:ext uri="{FF2B5EF4-FFF2-40B4-BE49-F238E27FC236}">
                  <a16:creationId xmlns:a16="http://schemas.microsoft.com/office/drawing/2014/main" id="{7C6E440A-9C82-886E-0416-3F141921A2D5}"/>
                </a:ext>
              </a:extLst>
            </p:cNvPr>
            <p:cNvSpPr txBox="1"/>
            <p:nvPr/>
          </p:nvSpPr>
          <p:spPr>
            <a:xfrm>
              <a:off x="1937056" y="4460463"/>
              <a:ext cx="718036" cy="3177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2700"/>
                </a:lnSpc>
              </a:pPr>
              <a:r>
                <a:rPr lang="es-CO" sz="2000" dirty="0">
                  <a:solidFill>
                    <a:srgbClr val="54BBDB"/>
                  </a:solidFill>
                  <a:latin typeface="ITC Avant Garde Gothic" panose="020B0402020203020304" pitchFamily="34" charset="0"/>
                </a:rPr>
                <a:t>5</a:t>
              </a:r>
              <a:endParaRPr sz="2000" b="0" i="0" u="none" dirty="0">
                <a:solidFill>
                  <a:srgbClr val="54BBDB"/>
                </a:solidFill>
                <a:latin typeface="ITC Avant Garde Gothic" panose="020B0402020203020304" pitchFamily="34" charset="0"/>
              </a:endParaRPr>
            </a:p>
          </p:txBody>
        </p:sp>
        <p:sp>
          <p:nvSpPr>
            <p:cNvPr id="48" name="TextBox 19">
              <a:extLst>
                <a:ext uri="{FF2B5EF4-FFF2-40B4-BE49-F238E27FC236}">
                  <a16:creationId xmlns:a16="http://schemas.microsoft.com/office/drawing/2014/main" id="{CFD04D96-1285-44C3-BC2C-C010EDBDC4E5}"/>
                </a:ext>
              </a:extLst>
            </p:cNvPr>
            <p:cNvSpPr txBox="1"/>
            <p:nvPr/>
          </p:nvSpPr>
          <p:spPr>
            <a:xfrm>
              <a:off x="1643476" y="4773121"/>
              <a:ext cx="1412361" cy="138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s-CO" sz="900" b="1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Módulos</a:t>
              </a:r>
              <a:r>
                <a:rPr sz="900" b="1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</a:t>
              </a:r>
              <a:r>
                <a:rPr lang="es-CO" sz="900" b="1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con mejoras</a:t>
              </a:r>
              <a:endParaRPr sz="900" b="1" i="0" u="none" dirty="0">
                <a:solidFill>
                  <a:srgbClr val="64748B"/>
                </a:solidFill>
                <a:latin typeface="ITC Avant Garde Gothic" panose="020B0402020203020304" pitchFamily="34" charset="0"/>
              </a:endParaRPr>
            </a:p>
          </p:txBody>
        </p:sp>
        <p:pic>
          <p:nvPicPr>
            <p:cNvPr id="57" name="Picture 5" descr="image.png">
              <a:extLst>
                <a:ext uri="{FF2B5EF4-FFF2-40B4-BE49-F238E27FC236}">
                  <a16:creationId xmlns:a16="http://schemas.microsoft.com/office/drawing/2014/main" id="{230383ED-1E88-D47A-405A-5990CA939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89490" y="4384413"/>
              <a:ext cx="1335774" cy="606667"/>
            </a:xfrm>
            <a:prstGeom prst="rect">
              <a:avLst/>
            </a:prstGeom>
          </p:spPr>
        </p:pic>
        <p:sp>
          <p:nvSpPr>
            <p:cNvPr id="59" name="TextBox 20">
              <a:extLst>
                <a:ext uri="{FF2B5EF4-FFF2-40B4-BE49-F238E27FC236}">
                  <a16:creationId xmlns:a16="http://schemas.microsoft.com/office/drawing/2014/main" id="{D9A5D3E3-2D3E-9714-1031-71EC316AA024}"/>
                </a:ext>
              </a:extLst>
            </p:cNvPr>
            <p:cNvSpPr txBox="1"/>
            <p:nvPr/>
          </p:nvSpPr>
          <p:spPr>
            <a:xfrm>
              <a:off x="3382345" y="4779501"/>
              <a:ext cx="1412361" cy="138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00" b="1" i="0" u="none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UI MEJORADA</a:t>
              </a:r>
            </a:p>
          </p:txBody>
        </p:sp>
        <p:pic>
          <p:nvPicPr>
            <p:cNvPr id="61" name="Picture 21" descr="image.png">
              <a:extLst>
                <a:ext uri="{FF2B5EF4-FFF2-40B4-BE49-F238E27FC236}">
                  <a16:creationId xmlns:a16="http://schemas.microsoft.com/office/drawing/2014/main" id="{DFE6E357-B76F-0989-65E5-43D8E70BD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952595" y="4456969"/>
              <a:ext cx="271863" cy="2764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0946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29150"/>
            <a:ext cx="11049000" cy="742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33600"/>
            <a:ext cx="2619375" cy="2266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75" y="2133600"/>
            <a:ext cx="2619375" cy="2266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2133600"/>
            <a:ext cx="2619375" cy="2266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125" y="2133600"/>
            <a:ext cx="2619375" cy="2266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5487" y="4867275"/>
            <a:ext cx="1776412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2400300"/>
            <a:ext cx="419100" cy="419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625" y="2952750"/>
            <a:ext cx="225028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Siembra Campo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305175"/>
            <a:ext cx="2143125" cy="637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s-CO" sz="1125" b="0" i="0" u="none" dirty="0">
                <a:solidFill>
                  <a:srgbClr val="64748B"/>
                </a:solidFill>
                <a:latin typeface="Inter"/>
              </a:rPr>
              <a:t>Registro y control de viveros. Automatiza la creación de nuevos ciclos de corte</a:t>
            </a:r>
            <a:endParaRPr sz="1125" b="0" i="0" u="none" dirty="0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500" y="2400300"/>
            <a:ext cx="419100" cy="419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19500" y="2952750"/>
            <a:ext cx="225028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Floración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9500" y="3305175"/>
            <a:ext cx="2143125" cy="637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64748B"/>
                </a:solidFill>
                <a:latin typeface="Inter"/>
              </a:rPr>
              <a:t>Registro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ordenado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de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estados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y variables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asociadas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a las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fases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 de </a:t>
            </a:r>
            <a:r>
              <a:rPr sz="1125" b="0" i="0" u="none" dirty="0" err="1">
                <a:solidFill>
                  <a:srgbClr val="64748B"/>
                </a:solidFill>
                <a:latin typeface="Inter"/>
              </a:rPr>
              <a:t>floración</a:t>
            </a:r>
            <a:r>
              <a:rPr sz="1125" b="0" i="0" u="none" dirty="0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75" y="2400300"/>
            <a:ext cx="419100" cy="419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29375" y="2952750"/>
            <a:ext cx="225028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Cruzamientos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305175"/>
            <a:ext cx="2143125" cy="8556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s-CO" sz="1125" b="0" i="0" u="none" dirty="0">
                <a:solidFill>
                  <a:srgbClr val="64748B"/>
                </a:solidFill>
                <a:latin typeface="Inter"/>
              </a:rPr>
              <a:t>Planifica y ejecuta la combinación genética de las variedades mas aptas basadas en análisis de valor de metido y distancia genética</a:t>
            </a:r>
            <a:endParaRPr sz="1125" b="0" i="0" u="none" dirty="0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9250" y="2400300"/>
            <a:ext cx="419100" cy="4191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39250" y="2840980"/>
            <a:ext cx="2250281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O" sz="1500" b="1" i="0" u="none" dirty="0">
                <a:solidFill>
                  <a:srgbClr val="0F172A"/>
                </a:solidFill>
                <a:latin typeface="Plus Jakarta Sans"/>
              </a:rPr>
              <a:t>Experimentos y libros de campo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239250" y="3305175"/>
            <a:ext cx="2143125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CO" sz="1125" b="0" i="0" u="none" dirty="0">
                <a:solidFill>
                  <a:srgbClr val="64748B"/>
                </a:solidFill>
                <a:latin typeface="Inter"/>
              </a:rPr>
              <a:t>Diseña la estructura de los ensayos, permite la configuración inicial de el experimento y permite generar diseños </a:t>
            </a:r>
            <a:r>
              <a:rPr lang="es-CO" sz="1125" b="0" i="0" u="none" dirty="0" err="1">
                <a:solidFill>
                  <a:srgbClr val="64748B"/>
                </a:solidFill>
                <a:latin typeface="Inter"/>
              </a:rPr>
              <a:t>estadisticos</a:t>
            </a:r>
            <a:endParaRPr sz="1125" b="0" i="0" u="none" dirty="0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4867275"/>
            <a:ext cx="266700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58350" y="4938712"/>
            <a:ext cx="109537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3925" y="2514600"/>
            <a:ext cx="19050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19512" y="2514600"/>
            <a:ext cx="219075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2514600"/>
            <a:ext cx="171450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09675" y="4800600"/>
            <a:ext cx="5630703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100" b="1" i="0" u="none" dirty="0">
                <a:solidFill>
                  <a:srgbClr val="0F172A"/>
                </a:solidFill>
                <a:latin typeface="ITC Avant Garde Gothic" panose="020B0402020203020304" pitchFamily="34" charset="0"/>
              </a:rPr>
              <a:t>Unidad compartida donde se almacena la documentación de el proyecto Sivar</a:t>
            </a:r>
            <a:endParaRPr sz="1100" b="1" i="0" u="none" dirty="0">
              <a:solidFill>
                <a:srgbClr val="0F172A"/>
              </a:solidFill>
              <a:latin typeface="ITC Avant Garde Gothic" panose="020B04020202030203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09675" y="5000625"/>
            <a:ext cx="5362575" cy="389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0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Acceso</a:t>
            </a:r>
            <a:r>
              <a:rPr sz="100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disponible </a:t>
            </a:r>
            <a:r>
              <a:rPr sz="100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en</a:t>
            </a:r>
            <a:r>
              <a:rPr sz="100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la </a:t>
            </a:r>
            <a:r>
              <a:rPr sz="100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unidad</a:t>
            </a:r>
            <a:r>
              <a:rPr sz="100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</a:t>
            </a:r>
            <a:r>
              <a:rPr sz="100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compartida</a:t>
            </a:r>
            <a:r>
              <a:rPr sz="100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para </a:t>
            </a:r>
            <a:r>
              <a:rPr sz="100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auditoría</a:t>
            </a:r>
            <a:r>
              <a:rPr sz="100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y </a:t>
            </a:r>
            <a:r>
              <a:rPr sz="100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trazabilidad</a:t>
            </a:r>
            <a:r>
              <a:rPr sz="100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del </a:t>
            </a:r>
            <a:r>
              <a:rPr sz="100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proyecto</a:t>
            </a:r>
            <a:r>
              <a:rPr sz="100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512861"/>
            <a:ext cx="116014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u="none" dirty="0" err="1">
                <a:solidFill>
                  <a:srgbClr val="7030A0"/>
                </a:solidFill>
                <a:latin typeface="ITC Avant Garde Gothic" panose="020B0402020203020304" pitchFamily="34" charset="0"/>
              </a:rPr>
              <a:t>Historias</a:t>
            </a:r>
            <a:r>
              <a:rPr sz="2000" b="1" i="0" u="none" dirty="0">
                <a:solidFill>
                  <a:srgbClr val="7030A0"/>
                </a:solidFill>
                <a:latin typeface="ITC Avant Garde Gothic" panose="020B0402020203020304" pitchFamily="34" charset="0"/>
              </a:rPr>
              <a:t> de </a:t>
            </a:r>
            <a:r>
              <a:rPr sz="2000" b="1" i="0" u="none" dirty="0" err="1">
                <a:solidFill>
                  <a:srgbClr val="7030A0"/>
                </a:solidFill>
                <a:latin typeface="ITC Avant Garde Gothic" panose="020B0402020203020304" pitchFamily="34" charset="0"/>
              </a:rPr>
              <a:t>Usuario</a:t>
            </a:r>
            <a:r>
              <a:rPr lang="es-CO" sz="2000" b="1" dirty="0">
                <a:solidFill>
                  <a:srgbClr val="7030A0"/>
                </a:solidFill>
                <a:latin typeface="ITC Avant Garde Gothic" panose="020B0402020203020304" pitchFamily="34" charset="0"/>
              </a:rPr>
              <a:t>:</a:t>
            </a:r>
            <a:endParaRPr sz="2000" b="1" i="0" u="none" dirty="0">
              <a:solidFill>
                <a:srgbClr val="7030A0"/>
              </a:solidFill>
              <a:latin typeface="ITC Avant Garde Gothic" panose="020B0402020203020304" pitchFamily="3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72440" y="5143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54B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27">
            <a:extLst>
              <a:ext uri="{FF2B5EF4-FFF2-40B4-BE49-F238E27FC236}">
                <a16:creationId xmlns:a16="http://schemas.microsoft.com/office/drawing/2014/main" id="{9220B2D0-EE74-FEA7-D1AE-4209E4E372C9}"/>
              </a:ext>
            </a:extLst>
          </p:cNvPr>
          <p:cNvSpPr txBox="1"/>
          <p:nvPr/>
        </p:nvSpPr>
        <p:spPr>
          <a:xfrm>
            <a:off x="638175" y="1139634"/>
            <a:ext cx="10639425" cy="388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s-CO" sz="100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Las creación de las historias de Usuario se llevaron a cabo gracias a </a:t>
            </a:r>
            <a:r>
              <a:rPr lang="es-CO" sz="100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laa</a:t>
            </a:r>
            <a:r>
              <a:rPr lang="es-CO" sz="100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coordinación con integrantes del equipo de mejoramiento, la cual facilito el entendimiento de lo que se requiere para cada modulo del sistema, que se espera lograr y con que validaciones debe contar </a:t>
            </a:r>
            <a:endParaRPr sz="1000" b="0" i="0" u="none" dirty="0">
              <a:solidFill>
                <a:srgbClr val="64748B"/>
              </a:solidFill>
              <a:latin typeface="ITC Avant Garde Gothic" panose="020B0402020203020304" pitchFamily="34" charset="0"/>
            </a:endParaRPr>
          </a:p>
        </p:txBody>
      </p:sp>
      <p:pic>
        <p:nvPicPr>
          <p:cNvPr id="36" name="Picture 27" descr="image.png">
            <a:extLst>
              <a:ext uri="{FF2B5EF4-FFF2-40B4-BE49-F238E27FC236}">
                <a16:creationId xmlns:a16="http://schemas.microsoft.com/office/drawing/2014/main" id="{FB019573-DF61-5E2D-9C48-32116815480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39262" y="2514600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623910FD-3DC8-65B0-5BAC-9E29B2B979A0}"/>
              </a:ext>
            </a:extLst>
          </p:cNvPr>
          <p:cNvGrpSpPr/>
          <p:nvPr/>
        </p:nvGrpSpPr>
        <p:grpSpPr>
          <a:xfrm>
            <a:off x="4201590" y="2358959"/>
            <a:ext cx="3560166" cy="2135827"/>
            <a:chOff x="6191250" y="2338387"/>
            <a:chExt cx="5438775" cy="2828925"/>
          </a:xfrm>
        </p:grpSpPr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1250" y="2338387"/>
              <a:ext cx="5429250" cy="2828925"/>
            </a:xfrm>
            <a:prstGeom prst="rect">
              <a:avLst/>
            </a:prstGeom>
          </p:spPr>
        </p:pic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6957" y="4446300"/>
              <a:ext cx="4953000" cy="638176"/>
            </a:xfrm>
            <a:prstGeom prst="rect">
              <a:avLst/>
            </a:prstGeom>
          </p:spPr>
        </p:pic>
        <p:pic>
          <p:nvPicPr>
            <p:cNvPr id="8" name="Picture 7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29375" y="2605087"/>
              <a:ext cx="1957387" cy="26670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6429375" y="2976478"/>
              <a:ext cx="5200650" cy="24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b="1" i="0" u="none" dirty="0" err="1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Validación</a:t>
              </a:r>
              <a:r>
                <a:rPr sz="1200" b="1" i="0" u="none" dirty="0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 con </a:t>
              </a:r>
              <a:r>
                <a:rPr lang="es-CO" sz="1200" b="1" dirty="0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e</a:t>
              </a:r>
              <a:r>
                <a:rPr sz="1200" b="1" i="0" u="none" dirty="0" err="1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quipo</a:t>
              </a:r>
              <a:r>
                <a:rPr lang="es-CO" sz="1200" b="1" i="0" u="none" dirty="0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 de mejoramiento</a:t>
              </a:r>
              <a:endParaRPr sz="1200" b="1" i="0" u="none" dirty="0">
                <a:solidFill>
                  <a:srgbClr val="0F172A"/>
                </a:solidFill>
                <a:latin typeface="ITC Avant Garde Gothic" panose="020B04020202030203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29375" y="3236968"/>
              <a:ext cx="4953000" cy="12448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ts val="1522"/>
                </a:lnSpc>
              </a:pPr>
              <a:r>
                <a:rPr sz="9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Cada </a:t>
              </a:r>
              <a:r>
                <a:rPr sz="9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propuesta</a:t>
              </a:r>
              <a:r>
                <a:rPr sz="9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se </a:t>
              </a:r>
              <a:r>
                <a:rPr sz="9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revisa</a:t>
              </a:r>
              <a:r>
                <a:rPr sz="9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y </a:t>
              </a:r>
              <a:r>
                <a:rPr sz="9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mejora</a:t>
              </a:r>
              <a:r>
                <a:rPr sz="9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9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en</a:t>
              </a:r>
              <a:r>
                <a:rPr sz="9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conjunto con </a:t>
              </a:r>
              <a:r>
                <a:rPr lang="es-CO" sz="900" b="1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el </a:t>
              </a:r>
              <a:r>
                <a:rPr lang="es-CO" sz="900" b="1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equipo</a:t>
              </a:r>
              <a:r>
                <a:rPr sz="9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para </a:t>
              </a:r>
              <a:r>
                <a:rPr sz="9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garantizar</a:t>
              </a:r>
              <a:r>
                <a:rPr sz="9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la </a:t>
              </a:r>
              <a:r>
                <a:rPr sz="9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máxima</a:t>
              </a:r>
              <a:r>
                <a:rPr sz="9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9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exactitud</a:t>
              </a:r>
              <a:r>
                <a:rPr sz="9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.</a:t>
              </a:r>
              <a:r>
                <a:rPr lang="es-CO" sz="9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</a:t>
              </a:r>
              <a:r>
                <a:rPr lang="es-CO" sz="900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Garantiza que la herramienta responda a la realidad del campo sin desviaciones durante el desarrollo.</a:t>
              </a:r>
            </a:p>
            <a:p>
              <a:pPr algn="l">
                <a:lnSpc>
                  <a:spcPts val="1522"/>
                </a:lnSpc>
              </a:pPr>
              <a:endParaRPr sz="900" b="0" i="0" u="none" dirty="0">
                <a:solidFill>
                  <a:srgbClr val="64748B"/>
                </a:solidFill>
                <a:latin typeface="ITC Avant Garde Gothic" panose="020B0402020203020304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71650" y="4522715"/>
              <a:ext cx="3446706" cy="1834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i="0" u="none" dirty="0" err="1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Participantes</a:t>
              </a:r>
              <a:r>
                <a:rPr sz="900" b="1" i="0" u="none" dirty="0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900" b="1" i="0" u="none" dirty="0" err="1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en</a:t>
              </a:r>
              <a:r>
                <a:rPr sz="900" b="1" i="0" u="none" dirty="0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900" b="1" i="0" u="none" dirty="0" err="1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Revisiones</a:t>
              </a:r>
              <a:r>
                <a:rPr sz="900" b="1" i="0" u="none" dirty="0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:</a:t>
              </a:r>
            </a:p>
          </p:txBody>
        </p:sp>
        <p:pic>
          <p:nvPicPr>
            <p:cNvPr id="15" name="Picture 14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46268" y="4771376"/>
              <a:ext cx="971551" cy="238124"/>
            </a:xfrm>
            <a:prstGeom prst="rect">
              <a:avLst/>
            </a:prstGeom>
          </p:spPr>
        </p:pic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94017" y="4771376"/>
              <a:ext cx="847725" cy="238124"/>
            </a:xfrm>
            <a:prstGeom prst="rect">
              <a:avLst/>
            </a:prstGeom>
          </p:spPr>
        </p:pic>
        <p:pic>
          <p:nvPicPr>
            <p:cNvPr id="18" name="Picture 17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17943" y="4752326"/>
              <a:ext cx="1304924" cy="238124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53E7182A-8C58-0242-E814-94E78D410CDE}"/>
              </a:ext>
            </a:extLst>
          </p:cNvPr>
          <p:cNvGrpSpPr/>
          <p:nvPr/>
        </p:nvGrpSpPr>
        <p:grpSpPr>
          <a:xfrm>
            <a:off x="354907" y="2346664"/>
            <a:ext cx="3536842" cy="2148122"/>
            <a:chOff x="571500" y="2338387"/>
            <a:chExt cx="5438775" cy="2828925"/>
          </a:xfrm>
        </p:grpSpPr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1500" y="2338387"/>
              <a:ext cx="5429250" cy="2828925"/>
            </a:xfrm>
            <a:prstGeom prst="rect">
              <a:avLst/>
            </a:prstGeom>
          </p:spPr>
        </p:pic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9625" y="2605087"/>
              <a:ext cx="1157287" cy="26670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809625" y="2967958"/>
              <a:ext cx="5200650" cy="2616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b="1" i="0" u="none" dirty="0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¿</a:t>
              </a:r>
              <a:r>
                <a:rPr sz="1200" b="1" i="0" u="none" dirty="0" err="1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Cómo</a:t>
              </a:r>
              <a:r>
                <a:rPr sz="1200" b="1" i="0" u="none" dirty="0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1200" b="1" i="0" u="none" dirty="0" err="1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redactamos</a:t>
              </a:r>
              <a:r>
                <a:rPr sz="1200" b="1" i="0" u="none" dirty="0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 las </a:t>
              </a:r>
              <a:r>
                <a:rPr sz="1200" b="1" i="0" u="none" dirty="0" err="1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Historias</a:t>
              </a:r>
              <a:r>
                <a:rPr sz="1200" b="1" i="0" u="none" dirty="0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?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91970" y="3392768"/>
              <a:ext cx="4686300" cy="5301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050" b="1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Escuchar</a:t>
              </a:r>
              <a:r>
                <a:rPr sz="1050" b="1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la </a:t>
              </a:r>
              <a:r>
                <a:rPr sz="1050" b="1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necesidad</a:t>
              </a:r>
              <a:r>
                <a:rPr sz="1050" b="1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: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1050" b="0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Entender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1050" b="0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qué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1050" b="0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requiere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el </a:t>
              </a:r>
              <a:r>
                <a:rPr sz="1050" b="0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usuario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1050" b="0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en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</a:t>
              </a:r>
              <a:r>
                <a:rPr lang="es-CO" sz="1050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cada módulo de el sistema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.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76325" y="3957637"/>
              <a:ext cx="4686300" cy="5301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050" b="1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Definir</a:t>
              </a:r>
              <a:r>
                <a:rPr sz="1050" b="1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Reglas: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1050" b="0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Especificar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las </a:t>
              </a:r>
              <a:r>
                <a:rPr sz="1050" b="0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condiciones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exactas para </a:t>
              </a:r>
              <a:r>
                <a:rPr sz="1050" b="0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que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el </a:t>
              </a:r>
              <a:r>
                <a:rPr sz="1050" b="0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sistema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1050" b="0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funcione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76325" y="4500562"/>
              <a:ext cx="4686300" cy="5301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050" b="1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Resguardo</a:t>
              </a:r>
              <a:r>
                <a:rPr sz="1050" b="1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: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1050" b="0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Documentación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1050" b="0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organizada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</a:t>
              </a:r>
              <a:r>
                <a:rPr sz="1050" b="0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en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la </a:t>
              </a:r>
              <a:r>
                <a:rPr sz="1050" b="0" i="0" u="none" dirty="0" err="1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unidad</a:t>
              </a:r>
              <a:r>
                <a:rPr sz="1050" b="0" i="0" u="none" dirty="0">
                  <a:solidFill>
                    <a:srgbClr val="334155"/>
                  </a:solidFill>
                  <a:latin typeface="ITC Avant Garde Gothic" panose="020B0402020203020304" pitchFamily="34" charset="0"/>
                </a:rPr>
                <a:t> de Google Drive.</a:t>
              </a:r>
            </a:p>
          </p:txBody>
        </p:sp>
        <p:pic>
          <p:nvPicPr>
            <p:cNvPr id="19" name="Picture 18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9625" y="3443287"/>
              <a:ext cx="152400" cy="152400"/>
            </a:xfrm>
            <a:prstGeom prst="rect">
              <a:avLst/>
            </a:prstGeom>
          </p:spPr>
        </p:pic>
        <p:pic>
          <p:nvPicPr>
            <p:cNvPr id="20" name="Picture 19" descr="imag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09625" y="3986212"/>
              <a:ext cx="152400" cy="152400"/>
            </a:xfrm>
            <a:prstGeom prst="rect">
              <a:avLst/>
            </a:prstGeom>
          </p:spPr>
        </p:pic>
        <p:pic>
          <p:nvPicPr>
            <p:cNvPr id="21" name="Picture 20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9625" y="4576761"/>
              <a:ext cx="171449" cy="152400"/>
            </a:xfrm>
            <a:prstGeom prst="rect">
              <a:avLst/>
            </a:prstGeom>
          </p:spPr>
        </p:pic>
      </p:grpSp>
      <p:sp>
        <p:nvSpPr>
          <p:cNvPr id="22" name="TextBox 21"/>
          <p:cNvSpPr txBox="1"/>
          <p:nvPr/>
        </p:nvSpPr>
        <p:spPr>
          <a:xfrm>
            <a:off x="771525" y="500955"/>
            <a:ext cx="116014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O" sz="2000" b="1" i="0" u="none" dirty="0">
                <a:solidFill>
                  <a:srgbClr val="7030A0"/>
                </a:solidFill>
                <a:latin typeface="ITC Avant Garde Gothic" panose="020B0402020203020304" pitchFamily="34" charset="0"/>
              </a:rPr>
              <a:t>Validación de historias de usuario y </a:t>
            </a:r>
            <a:r>
              <a:rPr lang="es-CO" sz="2000" b="1" i="0" u="none" dirty="0" err="1">
                <a:solidFill>
                  <a:srgbClr val="7030A0"/>
                </a:solidFill>
                <a:latin typeface="ITC Avant Garde Gothic" panose="020B0402020203020304" pitchFamily="34" charset="0"/>
              </a:rPr>
              <a:t>modulos</a:t>
            </a:r>
            <a:endParaRPr sz="2000" b="1" i="0" u="none" dirty="0">
              <a:solidFill>
                <a:srgbClr val="7030A0"/>
              </a:solidFill>
              <a:latin typeface="ITC Avant Garde Gothic" panose="020B0402020203020304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71500" y="495299"/>
            <a:ext cx="57150" cy="304800"/>
          </a:xfrm>
          <a:prstGeom prst="roundRect">
            <a:avLst>
              <a:gd name="adj" fmla="val 50000"/>
            </a:avLst>
          </a:prstGeom>
          <a:solidFill>
            <a:srgbClr val="54B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TC Avant Garde Gothic" panose="020B0402020203020304" pitchFamily="34" charset="0"/>
            </a:endParaRP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5BF0CC39-AA38-A917-25F6-FE322F96A813}"/>
              </a:ext>
            </a:extLst>
          </p:cNvPr>
          <p:cNvGrpSpPr/>
          <p:nvPr/>
        </p:nvGrpSpPr>
        <p:grpSpPr>
          <a:xfrm>
            <a:off x="8098814" y="2346664"/>
            <a:ext cx="3546050" cy="2271731"/>
            <a:chOff x="571500" y="2376487"/>
            <a:chExt cx="5438775" cy="2752725"/>
          </a:xfrm>
        </p:grpSpPr>
        <p:pic>
          <p:nvPicPr>
            <p:cNvPr id="35" name="Picture 2" descr="image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71500" y="2376487"/>
              <a:ext cx="5429250" cy="2752725"/>
            </a:xfrm>
            <a:prstGeom prst="rect">
              <a:avLst/>
            </a:prstGeom>
          </p:spPr>
        </p:pic>
        <p:pic>
          <p:nvPicPr>
            <p:cNvPr id="36" name="Picture 4" descr="image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83203" y="4302964"/>
              <a:ext cx="4952999" cy="747712"/>
            </a:xfrm>
            <a:prstGeom prst="rect">
              <a:avLst/>
            </a:prstGeom>
          </p:spPr>
        </p:pic>
        <p:pic>
          <p:nvPicPr>
            <p:cNvPr id="37" name="Picture 7" descr="image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09625" y="2643187"/>
              <a:ext cx="1628775" cy="266700"/>
            </a:xfrm>
            <a:prstGeom prst="rect">
              <a:avLst/>
            </a:prstGeom>
          </p:spPr>
        </p:pic>
        <p:sp>
          <p:nvSpPr>
            <p:cNvPr id="38" name="TextBox 8"/>
            <p:cNvSpPr txBox="1"/>
            <p:nvPr/>
          </p:nvSpPr>
          <p:spPr>
            <a:xfrm>
              <a:off x="809624" y="3030523"/>
              <a:ext cx="5200651" cy="18735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b="1" i="0" u="none" dirty="0" err="1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Verificación</a:t>
              </a:r>
              <a:r>
                <a:rPr sz="1200" b="1" i="0" u="none" dirty="0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 de </a:t>
              </a:r>
              <a:r>
                <a:rPr lang="es-CO" sz="1200" b="1" i="0" u="none" dirty="0" err="1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Modulos</a:t>
              </a:r>
              <a:endParaRPr sz="1200" b="1" i="0" u="none" dirty="0">
                <a:solidFill>
                  <a:srgbClr val="0F172A"/>
                </a:solidFill>
                <a:latin typeface="ITC Avant Garde Gothic" panose="020B0402020203020304" pitchFamily="34" charset="0"/>
              </a:endParaRPr>
            </a:p>
          </p:txBody>
        </p:sp>
        <p:sp>
          <p:nvSpPr>
            <p:cNvPr id="39" name="TextBox 9"/>
            <p:cNvSpPr txBox="1"/>
            <p:nvPr/>
          </p:nvSpPr>
          <p:spPr>
            <a:xfrm>
              <a:off x="809624" y="3357562"/>
              <a:ext cx="4952999" cy="6406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0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Evaluación</a:t>
              </a:r>
              <a:r>
                <a:rPr sz="10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de l</a:t>
              </a:r>
              <a:r>
                <a:rPr lang="es-CO" sz="10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os módulos trabajados, cruzamientos, siembra campo y floración por parte de el equipo de mejoramiento </a:t>
              </a:r>
              <a:r>
                <a:rPr sz="10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frente</a:t>
              </a:r>
              <a:r>
                <a:rPr sz="10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a las  H</a:t>
              </a:r>
              <a:r>
                <a:rPr lang="es-CO" sz="1000" b="0" i="0" u="none" dirty="0" err="1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istorias</a:t>
              </a:r>
              <a:r>
                <a:rPr lang="es-CO" sz="10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 de </a:t>
              </a:r>
              <a:r>
                <a:rPr lang="es-CO" sz="1000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usuario</a:t>
              </a:r>
              <a:r>
                <a:rPr sz="1000" b="0" i="0" u="none" dirty="0">
                  <a:solidFill>
                    <a:srgbClr val="64748B"/>
                  </a:solidFill>
                  <a:latin typeface="ITC Avant Garde Gothic" panose="020B0402020203020304" pitchFamily="34" charset="0"/>
                </a:rPr>
                <a:t>.</a:t>
              </a:r>
            </a:p>
          </p:txBody>
        </p:sp>
        <p:sp>
          <p:nvSpPr>
            <p:cNvPr id="40" name="TextBox 13"/>
            <p:cNvSpPr txBox="1"/>
            <p:nvPr/>
          </p:nvSpPr>
          <p:spPr>
            <a:xfrm>
              <a:off x="860619" y="4380704"/>
              <a:ext cx="4686301" cy="1738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62"/>
                </a:lnSpc>
              </a:pPr>
              <a:r>
                <a:rPr sz="975" b="1" i="0" u="none" dirty="0" err="1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Validado</a:t>
              </a:r>
              <a:r>
                <a:rPr sz="975" b="1" i="0" u="none" dirty="0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 con el Equipo de </a:t>
              </a:r>
              <a:r>
                <a:rPr sz="975" b="1" i="0" u="none" dirty="0" err="1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Mejoramiento</a:t>
              </a:r>
              <a:r>
                <a:rPr sz="975" b="1" i="0" u="none" dirty="0">
                  <a:solidFill>
                    <a:srgbClr val="0F172A"/>
                  </a:solidFill>
                  <a:latin typeface="ITC Avant Garde Gothic" panose="020B0402020203020304" pitchFamily="34" charset="0"/>
                </a:rPr>
                <a:t>:</a:t>
              </a:r>
            </a:p>
          </p:txBody>
        </p:sp>
        <p:pic>
          <p:nvPicPr>
            <p:cNvPr id="41" name="Picture 15" descr="image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23925" y="4649435"/>
              <a:ext cx="857250" cy="238126"/>
            </a:xfrm>
            <a:prstGeom prst="rect">
              <a:avLst/>
            </a:prstGeom>
          </p:spPr>
        </p:pic>
        <p:pic>
          <p:nvPicPr>
            <p:cNvPr id="42" name="Picture 16" descr="image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895475" y="4639908"/>
              <a:ext cx="971552" cy="2381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75" y="3814711"/>
            <a:ext cx="11049000" cy="1009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75" y="1498350"/>
            <a:ext cx="3555950" cy="21258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25" y="1498350"/>
            <a:ext cx="3555950" cy="21258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75" y="1498350"/>
            <a:ext cx="3556099" cy="21258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700" y="4052836"/>
            <a:ext cx="11101387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TC Avant Garde Gothic" panose="020B0402020203020304" pitchFamily="34" charset="0"/>
              </a:rPr>
              <a:t>MÓDULOS INTERVENIDOS CON MEJORAS Y CORRECCIONES: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00" y="1736475"/>
            <a:ext cx="419100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700" y="2293579"/>
            <a:ext cx="3233685" cy="2192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ITC Avant Garde Gothic" panose="020B0402020203020304" pitchFamily="34" charset="0"/>
              </a:rPr>
              <a:t>1. Corrección de Errores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700" y="2612775"/>
            <a:ext cx="3079700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Se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identificaron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y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corrigieron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fallas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previas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en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las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reglas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de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cálculo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e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ingreso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de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datos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para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que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el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sistema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sea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confiable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150" y="1736475"/>
            <a:ext cx="41910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56150" y="2295503"/>
            <a:ext cx="3233685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s-CO" sz="1400" b="1" dirty="0">
                <a:solidFill>
                  <a:srgbClr val="0F172A"/>
                </a:solidFill>
                <a:latin typeface="ITC Avant Garde Gothic" panose="020B0402020203020304" pitchFamily="34" charset="0"/>
              </a:rPr>
              <a:t>Refactorización</a:t>
            </a:r>
            <a:endParaRPr sz="1425" b="1" i="0" u="none" dirty="0">
              <a:solidFill>
                <a:srgbClr val="0F172A"/>
              </a:solidFill>
              <a:latin typeface="ITC Avant Garde Gothic" panose="020B04020202030203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56150" y="2612775"/>
            <a:ext cx="3079700" cy="773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Consiste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en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reorganizar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y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reescribir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el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código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interno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de forma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limpia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. El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sistema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hace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lo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mismo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,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pero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ahora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es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más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rápido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y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fácil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 de </a:t>
            </a:r>
            <a:r>
              <a:rPr sz="1050" b="0" i="0" u="none" dirty="0" err="1">
                <a:solidFill>
                  <a:srgbClr val="64748B"/>
                </a:solidFill>
                <a:latin typeface="ITC Avant Garde Gothic" panose="020B0402020203020304" pitchFamily="34" charset="0"/>
              </a:rPr>
              <a:t>mantener</a:t>
            </a:r>
            <a:r>
              <a:rPr sz="1050" b="0" i="0" u="none" dirty="0">
                <a:solidFill>
                  <a:srgbClr val="64748B"/>
                </a:solidFill>
                <a:latin typeface="ITC Avant Garde Gothic" panose="020B0402020203020304" pitchFamily="34" charset="0"/>
              </a:rPr>
              <a:t>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600" y="1736475"/>
            <a:ext cx="419100" cy="419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02600" y="2293579"/>
            <a:ext cx="3233841" cy="2192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ITC Avant Garde Gothic" panose="020B0402020203020304" pitchFamily="34" charset="0"/>
              </a:rPr>
              <a:t>3. Estándares SETI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600" y="2612775"/>
            <a:ext cx="3079849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64748B"/>
                </a:solidFill>
                <a:latin typeface="ITC Avant Garde Gothic" panose="020B0402020203020304" pitchFamily="34" charset="0"/>
              </a:rPr>
              <a:t>Adaptación del sistema a las normas formales de calidad, estructura y seguridad exigidas por el equipo de SETI.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017" y="4310205"/>
            <a:ext cx="1538287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08554" y="4310205"/>
            <a:ext cx="158115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4954" y="4310205"/>
            <a:ext cx="1209675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9879" y="4310205"/>
            <a:ext cx="1490662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5792" y="4310205"/>
            <a:ext cx="1657350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4000" y="1850775"/>
            <a:ext cx="19050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56162" y="1850775"/>
            <a:ext cx="219075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16900" y="1850775"/>
            <a:ext cx="19050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3050" y="4390973"/>
            <a:ext cx="109537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76587" y="4390973"/>
            <a:ext cx="109537" cy="123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52987" y="4390973"/>
            <a:ext cx="109537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57912" y="4390973"/>
            <a:ext cx="109537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43825" y="4390973"/>
            <a:ext cx="109537" cy="1238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2798" y="512861"/>
            <a:ext cx="116014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s-CO" sz="2000" b="1" dirty="0">
                <a:solidFill>
                  <a:srgbClr val="7030A0"/>
                </a:solidFill>
                <a:latin typeface="ITC Avant Garde Gothic" panose="020B0402020203020304" pitchFamily="34" charset="0"/>
              </a:rPr>
              <a:t>Diagnostico Técnico y Estándares</a:t>
            </a:r>
            <a:endParaRPr sz="2000" b="1" i="0" u="none" dirty="0">
              <a:solidFill>
                <a:srgbClr val="7030A0"/>
              </a:solidFill>
              <a:latin typeface="ITC Avant Garde Gothic" panose="020B0402020203020304" pitchFamily="34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14350" y="5143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54B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TC Avant Garde Gothic" panose="020B04020202030203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1A5A67C4-D68F-9533-348D-CECAD5812C75}"/>
              </a:ext>
            </a:extLst>
          </p:cNvPr>
          <p:cNvSpPr/>
          <p:nvPr/>
        </p:nvSpPr>
        <p:spPr>
          <a:xfrm>
            <a:off x="581025" y="1498996"/>
            <a:ext cx="11065669" cy="750094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60" y="2428874"/>
            <a:ext cx="5429250" cy="2486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110" y="2428874"/>
            <a:ext cx="5429250" cy="2486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7222" y="1759743"/>
            <a:ext cx="1252537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960" y="1778793"/>
            <a:ext cx="2000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2285" y="1700212"/>
            <a:ext cx="413051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200" b="1" i="0" u="none" dirty="0">
                <a:solidFill>
                  <a:schemeClr val="bg1"/>
                </a:solidFill>
                <a:latin typeface="ITC Avant Garde Gothic" panose="020B0402020203020304" pitchFamily="34" charset="0"/>
              </a:rPr>
              <a:t>Reunión</a:t>
            </a:r>
            <a:r>
              <a:rPr sz="1200" b="1" i="0" u="none" dirty="0">
                <a:solidFill>
                  <a:schemeClr val="bg1"/>
                </a:solidFill>
                <a:latin typeface="ITC Avant Garde Gothic" panose="020B0402020203020304" pitchFamily="34" charset="0"/>
              </a:rPr>
              <a:t> </a:t>
            </a:r>
            <a:r>
              <a:rPr sz="1200" b="1" i="0" u="none" dirty="0" err="1">
                <a:solidFill>
                  <a:schemeClr val="bg1"/>
                </a:solidFill>
                <a:latin typeface="ITC Avant Garde Gothic" panose="020B0402020203020304" pitchFamily="34" charset="0"/>
              </a:rPr>
              <a:t>Periódica</a:t>
            </a:r>
            <a:r>
              <a:rPr sz="1200" b="1" i="0" u="none" dirty="0">
                <a:solidFill>
                  <a:schemeClr val="bg1"/>
                </a:solidFill>
                <a:latin typeface="ITC Avant Garde Gothic" panose="020B0402020203020304" pitchFamily="34" charset="0"/>
              </a:rPr>
              <a:t>: Martes y Jueves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2284" y="1900237"/>
            <a:ext cx="5248275" cy="1725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s-CO" sz="975" b="0" i="0" u="none" dirty="0">
                <a:solidFill>
                  <a:schemeClr val="bg1"/>
                </a:solidFill>
                <a:latin typeface="ITC Avant Garde Gothic" panose="020B0402020203020304" pitchFamily="34" charset="0"/>
              </a:rPr>
              <a:t>Reuniones para informar el avance del proyecto, contratiempos y validar estructura</a:t>
            </a:r>
            <a:endParaRPr sz="975" b="0" i="0" u="none" dirty="0">
              <a:solidFill>
                <a:schemeClr val="bg1"/>
              </a:solidFill>
              <a:latin typeface="ITC Avant Garde Gothic" panose="020B04020202030203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3235" y="2695574"/>
            <a:ext cx="1650206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26D07C"/>
                </a:solidFill>
                <a:latin typeface="ITC Avant Garde Gothic" panose="020B0402020203020304" pitchFamily="34" charset="0"/>
              </a:rPr>
              <a:t>Qué SÍ se aborda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5510" y="2738437"/>
            <a:ext cx="170497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4185" y="3162299"/>
            <a:ext cx="4686300" cy="197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34155"/>
                </a:solidFill>
                <a:latin typeface="ITC Avant Garde Gothic" panose="020B0402020203020304" pitchFamily="34" charset="0"/>
              </a:rPr>
              <a:t>Avances Breves:</a:t>
            </a:r>
            <a:r>
              <a:rPr sz="1125" b="0" i="0" u="none">
                <a:solidFill>
                  <a:srgbClr val="334155"/>
                </a:solidFill>
                <a:latin typeface="ITC Avant Garde Gothic" panose="020B0402020203020304" pitchFamily="34" charset="0"/>
              </a:rPr>
              <a:t> Presentación sintetizada del trabajo en SIVAR.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4185" y="3490912"/>
            <a:ext cx="46863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34155"/>
                </a:solidFill>
                <a:latin typeface="ITC Avant Garde Gothic" panose="020B0402020203020304" pitchFamily="34" charset="0"/>
              </a:rPr>
              <a:t>Riesgos y Bloqueos:</a:t>
            </a:r>
            <a:r>
              <a:rPr sz="1125" b="0" i="0" u="none">
                <a:solidFill>
                  <a:srgbClr val="334155"/>
                </a:solidFill>
                <a:latin typeface="ITC Avant Garde Gothic" panose="020B0402020203020304" pitchFamily="34" charset="0"/>
              </a:rPr>
              <a:t> Exposición oportuna de problemas y contratiempos.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4185" y="3840954"/>
            <a:ext cx="46863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Validación</a:t>
            </a:r>
            <a:r>
              <a:rPr sz="1125" b="1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: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Solicitud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de </a:t>
            </a:r>
            <a:r>
              <a:rPr sz="1125" b="0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sugerencias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y </a:t>
            </a:r>
            <a:r>
              <a:rPr sz="1125" b="0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aprobación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de </a:t>
            </a:r>
            <a:r>
              <a:rPr sz="1125" b="0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cambios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previstos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2985" y="2695574"/>
            <a:ext cx="1790223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F647D"/>
                </a:solidFill>
                <a:latin typeface="ITC Avant Garde Gothic" panose="020B0402020203020304" pitchFamily="34" charset="0"/>
              </a:rPr>
              <a:t>Qué NO se incluye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0510" y="2738437"/>
            <a:ext cx="1609725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13935" y="3162299"/>
            <a:ext cx="46863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Proyecto General: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No se </a:t>
            </a:r>
            <a:r>
              <a:rPr sz="1125" b="0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revisa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la </a:t>
            </a:r>
            <a:r>
              <a:rPr sz="1125" b="0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visión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macro del </a:t>
            </a:r>
            <a:r>
              <a:rPr sz="1125" b="0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proyecto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en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cada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sesión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3935" y="3705224"/>
            <a:ext cx="46863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34155"/>
                </a:solidFill>
                <a:latin typeface="ITC Avant Garde Gothic" panose="020B0402020203020304" pitchFamily="34" charset="0"/>
              </a:rPr>
              <a:t>Revisión Código:</a:t>
            </a:r>
            <a:r>
              <a:rPr sz="1125" b="0" i="0" u="none">
                <a:solidFill>
                  <a:srgbClr val="334155"/>
                </a:solidFill>
                <a:latin typeface="ITC Avant Garde Gothic" panose="020B0402020203020304" pitchFamily="34" charset="0"/>
              </a:rPr>
              <a:t> No se entra al detalle fino ni inspección línea por línea.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3935" y="4248149"/>
            <a:ext cx="4686300" cy="414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s-CO" sz="1125" b="1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Charlas</a:t>
            </a:r>
            <a:r>
              <a:rPr sz="1125" b="1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</a:t>
            </a:r>
            <a:r>
              <a:rPr sz="1125" b="1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Extens</a:t>
            </a:r>
            <a:r>
              <a:rPr lang="es-CO" sz="1125" b="1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a</a:t>
            </a:r>
            <a:r>
              <a:rPr sz="1125" b="1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s: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Se </a:t>
            </a:r>
            <a:r>
              <a:rPr sz="1125" b="0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mantiene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la </a:t>
            </a:r>
            <a:r>
              <a:rPr sz="1125" b="0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agilidad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sin </a:t>
            </a:r>
            <a:r>
              <a:rPr sz="1125" b="0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sobrepasar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los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tiempos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485" y="2719387"/>
            <a:ext cx="19050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7235" y="2719387"/>
            <a:ext cx="19050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485" y="3190874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485" y="3519487"/>
            <a:ext cx="1333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535" y="3852861"/>
            <a:ext cx="1333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7235" y="3190874"/>
            <a:ext cx="11430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7235" y="3733799"/>
            <a:ext cx="11430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7235" y="4276724"/>
            <a:ext cx="114300" cy="152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5800" y="512861"/>
            <a:ext cx="11049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u="none" dirty="0" err="1">
                <a:solidFill>
                  <a:srgbClr val="7030A0"/>
                </a:solidFill>
                <a:latin typeface="ITC Avant Garde Gothic" panose="020B0402020203020304" pitchFamily="34" charset="0"/>
              </a:rPr>
              <a:t>Gestión</a:t>
            </a:r>
            <a:r>
              <a:rPr sz="2000" b="1" i="0" u="none" dirty="0">
                <a:solidFill>
                  <a:srgbClr val="7030A0"/>
                </a:solidFill>
                <a:latin typeface="ITC Avant Garde Gothic" panose="020B0402020203020304" pitchFamily="34" charset="0"/>
              </a:rPr>
              <a:t> y Dailys con SETI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1025" y="5143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54B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TC Avant Garde Gothic" panose="020B0402020203020304" pitchFamily="34" charset="0"/>
            </a:endParaRP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D4FB027C-0A21-8398-E0C9-779B88E56DB8}"/>
              </a:ext>
            </a:extLst>
          </p:cNvPr>
          <p:cNvSpPr txBox="1"/>
          <p:nvPr/>
        </p:nvSpPr>
        <p:spPr>
          <a:xfrm>
            <a:off x="1094185" y="4245766"/>
            <a:ext cx="4686300" cy="419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s-CO" sz="1125" b="1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Arquitectura</a:t>
            </a:r>
            <a:r>
              <a:rPr sz="1125" b="1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:</a:t>
            </a:r>
            <a:r>
              <a:rPr lang="es-CO" sz="1125" b="1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 </a:t>
            </a:r>
            <a:r>
              <a:rPr lang="es-CO" sz="1125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Recomendaciones para desarrollar la arquitectura con base a estándares del </a:t>
            </a:r>
            <a:r>
              <a:rPr lang="es-CO" sz="1125" i="0" u="none" dirty="0" err="1">
                <a:solidFill>
                  <a:srgbClr val="334155"/>
                </a:solidFill>
                <a:latin typeface="ITC Avant Garde Gothic" panose="020B0402020203020304" pitchFamily="34" charset="0"/>
              </a:rPr>
              <a:t>area</a:t>
            </a:r>
            <a:r>
              <a:rPr sz="1125" b="0" i="0" u="none" dirty="0">
                <a:solidFill>
                  <a:srgbClr val="334155"/>
                </a:solidFill>
                <a:latin typeface="ITC Avant Garde Gothic" panose="020B0402020203020304" pitchFamily="34" charset="0"/>
              </a:rPr>
              <a:t>.</a:t>
            </a:r>
          </a:p>
        </p:txBody>
      </p:sp>
      <p:pic>
        <p:nvPicPr>
          <p:cNvPr id="33" name="Picture 23" descr="image.png">
            <a:extLst>
              <a:ext uri="{FF2B5EF4-FFF2-40B4-BE49-F238E27FC236}">
                <a16:creationId xmlns:a16="http://schemas.microsoft.com/office/drawing/2014/main" id="{0ED3FD46-1D3A-9E46-AA3C-49356C1C15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6060" y="4276724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95183-1929-1443-539E-68D833E9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8B80EBD-235F-A428-58BE-396F3B01C1A5}"/>
              </a:ext>
            </a:extLst>
          </p:cNvPr>
          <p:cNvSpPr txBox="1"/>
          <p:nvPr/>
        </p:nvSpPr>
        <p:spPr>
          <a:xfrm>
            <a:off x="671512" y="476250"/>
            <a:ext cx="1084897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O" sz="2400" b="0" i="0" u="none" dirty="0">
                <a:solidFill>
                  <a:srgbClr val="0F172A"/>
                </a:solidFill>
                <a:latin typeface="ITC Avant Garde Gothic" panose="020B0402020203020304" pitchFamily="34" charset="0"/>
              </a:rPr>
              <a:t>Reuniones con el equipo de mejoramiento</a:t>
            </a:r>
            <a:endParaRPr sz="2400" b="0" i="0" u="none" dirty="0">
              <a:solidFill>
                <a:srgbClr val="0F172A"/>
              </a:solidFill>
              <a:latin typeface="ITC Avant Garde Gothic" panose="020B0402020203020304" pitchFamily="34" charset="0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0E10A60-745D-62EF-47AF-6A2FC1CD4572}"/>
              </a:ext>
            </a:extLst>
          </p:cNvPr>
          <p:cNvSpPr/>
          <p:nvPr/>
        </p:nvSpPr>
        <p:spPr>
          <a:xfrm>
            <a:off x="552450" y="5143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54B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TC Avant Garde Gothic" panose="020B0402020203020304" pitchFamily="34" charset="0"/>
            </a:endParaRPr>
          </a:p>
        </p:txBody>
      </p:sp>
      <p:graphicFrame>
        <p:nvGraphicFramePr>
          <p:cNvPr id="28" name="Table 3">
            <a:extLst>
              <a:ext uri="{FF2B5EF4-FFF2-40B4-BE49-F238E27FC236}">
                <a16:creationId xmlns:a16="http://schemas.microsoft.com/office/drawing/2014/main" id="{6ED97D38-4A93-B966-C2C3-F9107A6FA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216309"/>
              </p:ext>
            </p:extLst>
          </p:nvPr>
        </p:nvGraphicFramePr>
        <p:xfrm>
          <a:off x="552450" y="1304868"/>
          <a:ext cx="10701336" cy="4572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3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9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 err="1">
                          <a:solidFill>
                            <a:srgbClr val="0F172A"/>
                          </a:solidFill>
                          <a:latin typeface="ITC Avant Garde Gothic" panose="020B0402020203020304" pitchFamily="34" charset="0"/>
                        </a:rPr>
                        <a:t>Objetivo</a:t>
                      </a:r>
                      <a:r>
                        <a:rPr sz="1125" b="1" i="0" u="none" dirty="0">
                          <a:solidFill>
                            <a:srgbClr val="0F172A"/>
                          </a:solidFill>
                          <a:latin typeface="ITC Avant Garde Gothic" panose="020B0402020203020304" pitchFamily="34" charset="0"/>
                        </a:rPr>
                        <a:t> de la </a:t>
                      </a:r>
                      <a:r>
                        <a:rPr sz="1125" b="1" i="0" u="none" dirty="0" err="1">
                          <a:solidFill>
                            <a:srgbClr val="0F172A"/>
                          </a:solidFill>
                          <a:latin typeface="ITC Avant Garde Gothic" panose="020B0402020203020304" pitchFamily="34" charset="0"/>
                        </a:rPr>
                        <a:t>Reunión</a:t>
                      </a:r>
                      <a:endParaRPr sz="1125" b="1" i="0" u="none" dirty="0">
                        <a:solidFill>
                          <a:srgbClr val="0F172A"/>
                        </a:solidFill>
                        <a:latin typeface="ITC Avant Garde Gothic" panose="020B04020202030203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0F172A"/>
                          </a:solidFill>
                          <a:latin typeface="ITC Avant Garde Gothic" panose="020B0402020203020304" pitchFamily="34" charset="0"/>
                        </a:rPr>
                        <a:t>Temas </a:t>
                      </a:r>
                      <a:r>
                        <a:rPr sz="1125" b="1" i="0" u="none" dirty="0" err="1">
                          <a:solidFill>
                            <a:srgbClr val="0F172A"/>
                          </a:solidFill>
                          <a:latin typeface="ITC Avant Garde Gothic" panose="020B0402020203020304" pitchFamily="34" charset="0"/>
                        </a:rPr>
                        <a:t>Tratados</a:t>
                      </a:r>
                      <a:endParaRPr sz="1125" b="1" i="0" u="none" dirty="0">
                        <a:solidFill>
                          <a:srgbClr val="0F172A"/>
                        </a:solidFill>
                        <a:latin typeface="ITC Avant Garde Gothic" panose="020B04020202030203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 err="1">
                          <a:solidFill>
                            <a:srgbClr val="0F172A"/>
                          </a:solidFill>
                          <a:latin typeface="ITC Avant Garde Gothic" panose="020B0402020203020304" pitchFamily="34" charset="0"/>
                        </a:rPr>
                        <a:t>Participantes</a:t>
                      </a:r>
                      <a:endParaRPr sz="1125" b="1" i="0" u="none" dirty="0">
                        <a:solidFill>
                          <a:srgbClr val="0F172A"/>
                        </a:solidFill>
                        <a:latin typeface="ITC Avant Garde Gothic" panose="020B04020202030203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096">
                <a:tc>
                  <a:txBody>
                    <a:bodyPr/>
                    <a:lstStyle/>
                    <a:p>
                      <a:pPr algn="l"/>
                      <a:r>
                        <a:rPr lang="es-CO" sz="1125" b="1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Creación </a:t>
                      </a:r>
                      <a:r>
                        <a:rPr sz="1125" b="1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H</a:t>
                      </a:r>
                      <a:r>
                        <a:rPr lang="es-CO" sz="1125" b="1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istorias</a:t>
                      </a:r>
                      <a:r>
                        <a:rPr lang="es-CO" sz="1125" b="1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de </a:t>
                      </a:r>
                      <a:r>
                        <a:rPr sz="1125" b="1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U</a:t>
                      </a:r>
                      <a:r>
                        <a:rPr lang="es-CO" sz="1125" b="1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suario</a:t>
                      </a:r>
                      <a:r>
                        <a:rPr sz="1125" b="1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
         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Definición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detallada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de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Historias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de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Usuario</a:t>
                      </a:r>
                      <a:r>
                        <a:rPr lang="es-CO"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para siembra campo y cruzamientos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,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mapeo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del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proceso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y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validación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de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flujos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esperados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.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Sandra Lorena, Jhon Henrry, Sebastián Rodríguez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481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Validación</a:t>
                      </a:r>
                      <a:r>
                        <a:rPr sz="1125" b="1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</a:t>
                      </a:r>
                      <a:r>
                        <a:rPr sz="1125" b="1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Operativa</a:t>
                      </a:r>
                      <a:r>
                        <a:rPr sz="1125" b="1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
         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Verificación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del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proceso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en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Siembra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,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Floración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y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Cruzamientos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para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evitar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desviaciones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.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Sandra Lorena,</a:t>
                      </a:r>
                      <a:r>
                        <a:rPr lang="es-CO"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Jhon</a:t>
                      </a:r>
                      <a:r>
                        <a:rPr lang="es-CO"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Henrry</a:t>
                      </a:r>
                      <a:r>
                        <a:rPr dirty="0">
                          <a:latin typeface="ITC Avant Garde Gothic" panose="020B0402020203020304" pitchFamily="34" charset="0"/>
                        </a:rPr>
                        <a:t>
</a:t>
                      </a:r>
                      <a:r>
                        <a:rPr lang="es-CO"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Sebatian Rodriguez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ITC Avant Garde Gothic" panose="020B04020202030203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176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Dailys SETI
         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Comentarios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breves de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avances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en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SIVAR,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resolución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de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contratiempos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y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alineación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de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estándares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.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Equipo SETI,</a:t>
                      </a:r>
                      <a:r>
                        <a:rPr dirty="0">
                          <a:latin typeface="ITC Avant Garde Gothic" panose="020B0402020203020304" pitchFamily="34" charset="0"/>
                        </a:rPr>
                        <a:t>
</a:t>
                      </a:r>
                      <a:r>
                        <a:rPr lang="es-CO"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Sebastian Rodriguez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ITC Avant Garde Gothic" panose="020B04020202030203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125" b="1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Creación Historias de Usuario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Definición detallada de Historias de Usuario experimentos y libros de campo, mapeo del proceso y validación de flujos esperados.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Sandra Lorena, </a:t>
                      </a:r>
                      <a:r>
                        <a:rPr lang="es-CO"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Jhon</a:t>
                      </a:r>
                      <a:r>
                        <a:rPr lang="es-CO"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</a:t>
                      </a:r>
                      <a:r>
                        <a:rPr lang="es-CO"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Henrry,Luis</a:t>
                      </a:r>
                      <a:r>
                        <a:rPr lang="es-CO"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Orlando </a:t>
                      </a:r>
                      <a:r>
                        <a:rPr lang="es-CO"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Lopez</a:t>
                      </a:r>
                      <a:r>
                        <a:rPr lang="es-CO"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, Sebastián Rodríguez</a:t>
                      </a:r>
                    </a:p>
                    <a:p>
                      <a:pPr algn="l"/>
                      <a:endParaRPr sz="1125" b="0" i="0" u="none" dirty="0">
                        <a:solidFill>
                          <a:srgbClr val="334155"/>
                        </a:solidFill>
                        <a:latin typeface="ITC Avant Garde Gothic" panose="020B04020202030203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557572"/>
                  </a:ext>
                </a:extLst>
              </a:tr>
              <a:tr h="449554">
                <a:tc>
                  <a:txBody>
                    <a:bodyPr/>
                    <a:lstStyle/>
                    <a:p>
                      <a:pPr algn="l"/>
                      <a:r>
                        <a:rPr lang="es-CO" sz="1125" b="1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Revisión app de floración</a:t>
                      </a:r>
                      <a:endParaRPr sz="1125" b="1" i="0" u="none" dirty="0">
                        <a:solidFill>
                          <a:srgbClr val="334155"/>
                        </a:solidFill>
                        <a:latin typeface="ITC Avant Garde Gothic" panose="020B04020202030203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Validación del funcionamiento de la app de floración instalada en la Tablet Samsung donde se registra polen y escaneo de QR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ITC Avant Garde Gothic" panose="020B04020202030203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Sandra Lorena, José Luis Rivas, Sebastian Rodriguez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ITC Avant Garde Gothic" panose="020B04020202030203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74031"/>
                  </a:ext>
                </a:extLst>
              </a:tr>
              <a:tr h="233265">
                <a:tc>
                  <a:txBody>
                    <a:bodyPr/>
                    <a:lstStyle/>
                    <a:p>
                      <a:pPr algn="l"/>
                      <a:r>
                        <a:rPr lang="es-CO" sz="1125" b="1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Nuevas funcionalidades en Sivar</a:t>
                      </a:r>
                      <a:endParaRPr sz="1125" b="1" i="0" u="none" dirty="0">
                        <a:solidFill>
                          <a:srgbClr val="334155"/>
                        </a:solidFill>
                        <a:latin typeface="ITC Avant Garde Gothic" panose="020B04020202030203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Revisión de las nuevas funcionalidades implementadas en los módulos de cruzamiento, siembra campo y floración.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Jhon</a:t>
                      </a:r>
                      <a:r>
                        <a:rPr lang="es-CO"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Henrry, Sebastian Rodriguez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747853"/>
                  </a:ext>
                </a:extLst>
              </a:tr>
              <a:tr h="569167">
                <a:tc>
                  <a:txBody>
                    <a:bodyPr/>
                    <a:lstStyle/>
                    <a:p>
                      <a:pPr algn="l"/>
                      <a:r>
                        <a:rPr lang="es-CO" sz="1125" b="1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Revisión </a:t>
                      </a:r>
                      <a:r>
                        <a:rPr lang="es-CO" sz="1125" b="1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sivar</a:t>
                      </a:r>
                      <a:endParaRPr sz="1125" b="1" i="0" u="none" dirty="0">
                        <a:solidFill>
                          <a:srgbClr val="334155"/>
                        </a:solidFill>
                        <a:latin typeface="ITC Avant Garde Gothic" panose="020B04020202030203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Cambios y estado actual de el </a:t>
                      </a:r>
                      <a:r>
                        <a:rPr lang="es-CO"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aplicatico</a:t>
                      </a:r>
                      <a:r>
                        <a:rPr lang="es-CO"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</a:t>
                      </a:r>
                      <a:r>
                        <a:rPr lang="es-CO"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sivar</a:t>
                      </a:r>
                      <a:r>
                        <a:rPr lang="es-CO"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a día de hoy, revisión de hitos completados y módulos listos.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ITC Avant Garde Gothic" panose="020B04020202030203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25" b="0" i="0" u="none" dirty="0" err="1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Jhon</a:t>
                      </a:r>
                      <a:r>
                        <a:rPr lang="es-CO" sz="1125" b="0" i="0" u="none" dirty="0">
                          <a:solidFill>
                            <a:srgbClr val="334155"/>
                          </a:solidFill>
                          <a:latin typeface="ITC Avant Garde Gothic" panose="020B0402020203020304" pitchFamily="34" charset="0"/>
                        </a:rPr>
                        <a:t> Henrry, Sebastian Rodriguez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ITC Avant Garde Gothic" panose="020B0402020203020304" pitchFamily="34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083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51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</TotalTime>
  <Words>865</Words>
  <Application>Microsoft Macintosh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Inter</vt:lpstr>
      <vt:lpstr>ITC Avant Garde Gothic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Cenicaña Office</cp:lastModifiedBy>
  <cp:revision>1</cp:revision>
  <dcterms:created xsi:type="dcterms:W3CDTF">2013-01-27T09:14:16Z</dcterms:created>
  <dcterms:modified xsi:type="dcterms:W3CDTF">2026-09-13T13:36:20Z</dcterms:modified>
  <cp:category/>
</cp:coreProperties>
</file>